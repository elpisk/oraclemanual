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117D0-DA67-464D-89F1-ACEB5F5533D8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3E5E1-8FBA-4254-9F34-616025EDDE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앞선 세 장과 성격이 다르다는 점을 먼저 짚어 주십시오. 6장부터 8장까지는 ASM 을 조작하는 것이 목적이었고 조회는 결과 확인을 위한 수단이었습니다. 9장은 그 조회 도구 자체가 주제입니다. 파괴적인 실습이 없어 수강생 부담은 적지만, 대신 마지막 실습에서 4GB 데이터파일을 만들어 USABLE_FILE_MB 를 실제로 음수로 만들어 봅니다. 이 장의 하이라이트가 그 지점이라는 것을 미리 예고해 두면 집중도가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ASM 인스턴스가 데이터베이스 인스턴스와 같은 커널을 쓴다는 점부터 설명하십시오. 그래서 sqlplus 로 접속되고 SQL 이 파싱됩니다. 결정적인 차이는 데이터 딕셔너리가 없다는 것입니다. 딕셔너리가 없으니 DBA_ 로 시작하는 뷰도 없습니다. 이 사실이 이 장 전체의 출발점입니다. 수강생이 습관적으로 DBA_DATA_FILES 같은 것을 찾다가 없어서 당황하는 일이 실제로 자주 있으므로 여기서 분명히 해 두십시오.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asmcmd 가 별도의 정보원이 아니라 V$ 를 감싼 래퍼라는 점을 강조하십시오. 이것을 이해하면 두 도구의 값이 왜 항상 같은지, 그리고 왜 asmcmd 로는 조건을 걸 수 없는지가 자연스럽게 설명됩니다. 수강생 중에는 asmcmd 와 SQL 이 다른 것을 보여 준다고 오해하는 경우가 있습니다. 같은 것을 다른 방식으로 보여 줄 뿐이라는 점을 분명히 하십시오. 이 관계는 9.5 절 오류 진단에서 결정적으로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출력 두 개를 나란히 놓고 숫자가 일치하는 것을 눈으로 확인시키십시오. 그다음 asmcmd 쪽에만 있는 두 열을 짚습니다. AU 크기가 디스크그룹마다 다른 것이 눈에 띌 텐데, +CRS 는 gridSetup 이 설치 과정에서 만들면서 4MB 를 주었고 이후 사람이 만든 DATA·FRA 는 ASM 기본값 1MB 를 씁니다. AU 크기는 생성 후 변경할 수 없어 바꾸려면 디스크그룹을 다시 만들어야 한다는 점도 함께 말해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숫자 두 개가 나오는 이유를 정확히 설명하십시오. 전체는 50 개인데 실습에서 보여 주는 목록은 33 개입니다. 차이인 17 개는 모두 ACFS 관련 뷰이고 이 랩에는 ACFS 가 없으므로 걸러 냈습니다. 이어서 뷰가 존재하는 것과 데이터가 있는 것은 별개라는 점을 짚어 주십시오. V$ASM_VOLUME 이 비어 있는 것은 고장이 아니라 ACFS 를 구성하지 않았기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뷰를 이름으로 외우게 하지 말고 질문으로 연결하십시오. 현장에서 필요한 것은 뷰 이름이 아니라 "지금 알고 싶은 것이 무엇인가" 이고, 거기서 뷰가 결정됩니다. 다섯 개의 순서에도 의미가 있습니다. 위에서부터 단위가 크고 아래로 갈수록 시점에 종속적입니다. DISKGROUP 과 DISK 는 언제 봐도 값이 있지만 OPERATION 은 리밸런스가 없으면 0 행이라는 점을 덧붙이십시오.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한 장으로 랩의 물리 구성을 정리해 주십시오. 디스크 14 장이 어떻게 나뉘어 있는지 눈으로 보게 하는 것이 목적입니다. GROUP_NUMBER 0 은 어느 디스크그룹에도 속하지 않은 상태를 뜻합니다. NAME 이 비어 있는 것도 같은 이유로, ASM 디스크 이름은 디스크그룹에 편입될 때 붙기 때문입니다. 6장부터 8장까지의 실습에서 이 test 디스크들을 넣었다 뺐다 했다는 맥락을 상기시키면 이해가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두 컬럼의 혼동은 실무에서 자주 일어납니다. 디스크를 새로 붙이고 "ASM 이 인식은 하는데 크기가 0 으로 나온다" 는 문의가 대표적입니다. 인식은 되고 있고 단지 아직 디스크그룹에 넣지 않았을 뿐입니다. TOTAL_MB 는 ASM 이 관리하기 시작한 뒤에야 채워집니다. 증설 계획을 세울 때는 OS_MB 를 봐야 한다는 실무 지침으로 마무리하십시오. asmcmd lsdsk -k 의 OS_MB 열이 같은 값을 준다는 것도 함께 보여 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표 하나로 랩의 논리 구조를 설명할 수 있습니다. +CRS 에는 데이터베이스 파일이 하나도 없다는 점, +DATA 에 본체가 있다는 점, +FRA 에는 컨트롤파일과 리두로그만 있다는 점을 차례로 짚으십시오. 컨트롤파일과 리두로그가 양쪽에 하나씩 있는 것은 dbca 가 기본으로 구성한 다중화입니다. 디스크그룹 하나를 통째로 잃어도 이 둘은 남습니다. 반면 데이터파일은 다중화 대상이 아니라 백업 대상이라는 대비를 분명히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수강생이 "racdb2 가 죽었나" 하고 놀랄 수 있습니다. 정상이라는 것을 먼저 말해 주십시오. V$ 는 접속한 인스턴스가 아는 것만 보여 주고, racdb2 는 rac2 의 +ASM2 에 붙어 있으므로 rac1 쪽 V$ASM_CLIENT 에는 나오지 않습니다. 이어서 +ASM 이 자기 자신의 클라이언트로 잡히는 이유도 설명하십시오. ASM 의 SPFILE 과 패스워드 파일이 +CRS 안에 있어 그 파일 접근이 클라이언트로 기록되기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행 하나가 5장과 6장을 이어 줍니다. OCR 이 +CRS 디스크그룹 안의 파일이라는 사실은 5장에서 배웠고, 그렇다면 OCR 을 읽고 쓰는 CRS 데몬은 ASM 의 클라이언트일 수밖에 없습니다. INSTANCE_NAME 자리에 인스턴스명이 아니라 호스트명이 들어간 것도 그래서입니다. 이 관계를 이해하면 ASM 이 내려가면 왜 CRS 도 정상 동작할 수 없는지가 자연스럽게 따라옵니다.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대칭이라는 개념을 점검 도구로 쓰라고 가르치십시오. RAC 는 구조상 두 노드가 거울처럼 같은 것을 갖고 있어야 합니다. GV$ 조회 결과가 대칭이 아니면 그 자체로 이상 신호이고, 어느 쪽이 빠졌는지가 곧 문제의 위치입니다. 주간 점검 항목으로 gv$asm_diskgroup 과 gv$asm_client 의 대칭 확인을 넣으라고 권하십시오. 눈으로 보기만 해도 되는 값싼 점검입니다.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실무에서 크게 도움이 되는 지점입니다. 장애가 났을 때 습관적으로 GV$ 를 조회했다가 세션이 걸려 버리는 일이 실제로 자주 있습니다. 원인 노드가 응답을 못 하니 그 노드에 띄운 슬레이브의 결과를 기다리며 멈추는 것입니다. 진단 중에는 각 노드에 직접 접속해 V$ 를 보는 것이 원칙이라고 정리해 주십시오. GV$ 는 클러스터가 건강할 때 전체를 한 번에 훑는 용도로 쓰는 도구입니다. 용도를 구분해 두면 장애 상황에서 시간을 낭비하지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asmcmd -h 의 Description 세 문장을 함께 읽는 시간을 가지십시오. 특히 두 번째 문장이 중요합니다. OSASM 그룹 구성원이어야 한다는 조건이 명시되어 있고, 이것이 9.5 절 오류 재현의 정답입니다. 도구가 자기 사용 조건을 도움말에 적어 두는데도 읽지 않아서 헤매는 경우가 많다는 점을 짚어 주면 좋습니다. 세 번째 문장은 8장에서 racdb1 이 +ASM2 에 붙었던 현상과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ASM 의 디렉터리 구조가 파일 시스템처럼 보이지만 실제 디렉터리가 아니라 별칭 계층이라는 점을 상기시키십시오. 7장에서 다룬 내용입니다. 여기서 눈여겨볼 것은 대문자 디렉터리와 16 진수 디렉터리가 섞여 있다는 점입니다. 대문자는 CDB$ROOT 의 파일이고, 16 진수는 각 PDB 의 파일입니다. 다음 슬라이드에서 이 GUID 를 추적하면 예상 밖의 결과가 나온다는 것을 예고하십시오.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장에서 가장 흥미로운 발견입니다. 한 컨테이너의 파일이 두 디렉터리에 나뉘어 있습니다. 디렉터리 이름은 파일이 만들어지던 순간의 GUID 이고, 이후 GUID 가 바뀌어도 이미 만들어진 파일은 옮겨지지 않기 때문입니다. PDB$SEED 의 데이터파일은 데이터베이스 생성 초기에, 템프파일은 GUID 가 바뀐 뒤에 만들어졌습니다. 따라서 디렉터리 이름으로 PDB 를 식별하면 안 되고 V$DATAFILE 의 CON_ID 로 역추적해야 한다는 실무 지침으로 마무리하십시오.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리눅스의 du 와 다른 점이 바로 이 두 번째 열입니다. 용량 산정에서 어느 값을 봐야 하는지가 중복도에 따라 달라진다는 점을 강조하십시오. 사용자에게 "얼마나 쓰고 있나" 를 답할 때는 Used_MB 이지만, 스토리지를 얼마나 소비하고 있는지는 Mirror_used_MB 입니다. 9.7 절의 USABLE_FILE_MB 논의로 이어지는 준비 개념이기도 합니다. 중복도가 공간 계산에 어떻게 개입하는지를 여기서 한 번 짚어 두면 뒤에서 설명이 훨씬 수월합니다.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가지 관찰 포인트를 차례로 짚으십시오. 두 번째가 특히 설명할 가치가 있습니다. RAC 에서 각 인스턴스는 자기 UNDO 테이블스페이스만 쓰지만, 다른 인스턴스의 UNDO 를 읽어야 하는 경우가 있어 파일 자체는 열어 둡니다. 일관성 읽기에서 다른 인스턴스가 만든 언두를 참조해야 하기 때문입니다. 네 번째의 디렉터리 없는 파일 이름은 별칭이 붙기 전 형태라는 점을 7장 내용과 연결해 설명하십시오.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가르칠 것은 숫자를 읽는 방법입니다. iostat 의 절대값은 ASM 인스턴스 기동 이후의 누적이라 그 자체로는 의미가 적습니다. 봐야 할 것은 디스크 간 균형이고, 특히 읽기량 순서와 읽기 시간 순서가 어긋나는지입니다. 이 랩에서는 가상 디스크가 같은 물리 저장소를 공유해 어긋났지만, 실제 스토리지에서 이런 패턴이 보이면 그 디스크만 경로가 다르거나 장비가 노후한 것을 의심해야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옵션 이름이 실제 동작과 어긋나는 사례입니다. --candidate 라고 쓰여 있으니 HEADER_STATUS 가 CANDIDATE 인 것만 나올 것 같지만, 실제로는 FORMER 도 함께 나옵니다. 이 랩의 test 디스크 6 장은 모두 FORMER 인데도 이 옵션에 걸립니다. 도구의 옵션 이름을 문서처럼 믿지 말고 실제 출력으로 확인하라는 교훈으로 정리하십시오. 정확한 필터링이 필요하면 SQL 을 쓰는 것이 확실합니다.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오류 재현 실습의 핵심은 메시지를 의심하는 훈련입니다. 두 줄 모두 사실과 다릅니다. 인스턴스는 idle 이 아니고, ASM 에 연결할 수 없는 것도 아닙니다. 이 시점에서 수강생에게 "그럼 무엇이 원인일 것 같은가" 를 물어보십시오. 대개 인스턴스 상태나 환경 변수를 의심하는데, 실제 원인은 그 어느 쪽도 아닙니다. 다음 슬라이드로 넘어가기 전에 잠시 생각할 시간을 주면 학습 효과가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진단 기법 자체를 가르치는 슬라이드입니다. 상위 도구가 애매한 메시지를 줄 때는 그 도구가 내부적으로 무엇을 하는지 보고 한 단계 아래에서 직접 실행합니다. asmcmd 는 sqlplus 를 감싼 것이므로 sqlplus 를 직접 실행하면 더 정확한 메시지가 나옵니다. ORA-01017 이 나오는 순간 문제의 성격이 완전히 달라집니다. 연결의 문제가 아니라 인증의 문제이고, OS 인증이므로 다음은 그룹을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개의 명령으로 원인이 확정되는 과정을 보여 주십시오. 먼저 osdbagrp -a 로 OSASM 그룹의 이름을 알아내고, 그다음 두 계정의 그룹 소속을 비교하고, 마지막으로 그 그룹의 구성원 목록을 확인합니다. asmdba 와 asmadmin 의 차이도 분명히 해 주십시오. asmdba 는 데이터베이스가 ASM 파일을 읽고 쓰기 위한 권한이라 racdb 는 정상 동작하고, asmadmin 은 디스크그룹을 만들고 지우는 관리 권한입니다.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 슬라이드의 결론을 스스로 반증해 보이는 구성입니다. 규칙을 세운 다음 예외를 직접 확인시키는 것이 목적이므로, 실습에서 반드시 root 로도 실행해 보게 하십시오. 결론은 "일반 계정은 asmadmin 소속이어야 한다" 로 다듬어집니다. setuid 비트는 ls -l 로 확인시키되, 소유자 실행 비트 자리에 x 가 아니라 s 가 있는 것을 짚어 주십시오. 이 바이너리는 누가 실행하든 grid 권한으로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 항목이 실무에서 특히 골치 아픈 문제입니다. 오류가 즉시 나지 않고, 나중에 장애가 났을 때 있어야 할 트레이스 파일이 없는 형태로 드러납니다. 원인을 찾기가 매우 어렵습니다. root 로 한 번 실행한 것이 몇 달 뒤 진단을 방해하는 셈입니다. Grid 스택과 데이터베이스의 권한을 분리해 둔 것은 설계이지 불편이 아니라는 점으로 마무리하십시오. 한쪽의 실수가 다른 쪽으로 번지지 않게 하려는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디스크그룹은 모두 SQL 로 만들었으므로, 현장에서 널리 쓰이는 다른 경로를 하나 보여 주는 것이 이 절의 목적입니다. 도움말을 먼저 읽고 인자 구조가 SQL 문과 거의 일대일로 대응한다는 것을 확인시키십시오. 특히 failgroup, redundancy, au_size, compatible 이 그대로 있습니다. 도구가 달라도 ASM 이 요구하는 정보는 같다는 점을 이해하면 어느 쪽을 써도 헤매지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앞의 --candidate 옵션과 같은 계열의 교훈입니다. 도구의 도움말은 참고 자료이지 규격서가 아닙니다. 여기서는 도움말대로 12.2 를 넣었다면 19c 의 기능을 못 쓰는 디스크그룹을 만들 뻔했습니다. 실습에서 19.0.0.0.0 을 넣어 아무 경고 없이 만들어지는 것을 직접 확인시키십시오. 문서와 실제가 다를 때 어느 쪽을 믿을지는 실행 결과가 정합니다. 앞서 본 lsdsk --candidate 옵션과 같은 계열이라는 점을 연결해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소요 시간과 반환 메시지를 그대로 인용해 주십시오. 20.9 초는 SQL 로 만들 때와 비슷한 수준입니다. asmca 의 이점은 속도가 아니라 로그가 남는다는 점입니다. 누가 언제 어떤 인자로 만들었는지가 타임스탬프 붙은 파일로 남아 자동화와 감사에 유리합니다. 반면 인자에 없는 속성은 지정할 수 없어 결국 ALTER DISKGROUP 으로 붙여야 하므로, 세밀한 제어가 필요하면 SQL 이 낫다는 균형도 함께 말해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디스크그룹 생성이 단순히 ASM 메타데이터를 쓰는 것으로 끝나지 않는다는 점이 핵심입니다. CRS 자원이 자동으로 등록되고, 그 자원이 양 노드에서 기동되면서 rac2 에서도 마운트됩니다. 이것이 RAC 환경에서 디스크그룹을 만들 때 다른 노드에서 따로 마운트할 필요가 없는 이유입니다. 반대로 지울 때는 다른 노드에서 먼저 dismount 해야 한다는 비대칭도 미리 언급해 두면 9.7 절 정리 단계에서 이해가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출력을 보고 장애로 오해하는 경우가 많으므로 분명히 정리해 주십시오. Flex ASM 은 클러스터 안에서 돌 ASM 인스턴스의 개수를 카디널리티로 관리하고 19c 기본값이 3 입니다. 노드가 둘인 클러스터에서는 두 슬롯만 채워지고 나머지 하나는 비어 있습니다. 노드를 하나 더 추가하면 그 슬롯이 채워집니다. 5장과 6장에서 본 crsctl 출력에서도 같은 패턴이 있었다는 점을 상기시키면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공식을 외우게 하지 말고 SQL 에서 CASE 식으로 직접 계산해 USABLE 컬럼과 나란히 놓고 일치하는 것을 보여 주십시오. 검산이 맞는 것을 눈으로 확인해야 뒤이어 나오는 음수 사례를 납득합니다. Normal 에서 2 로 나누는 이유도 짚어야 합니다. 데이터 1MB 를 넣으면 원시 공간 2MB 를 소비하기 때문입니다. External 은 미러가 없으니 RMF 가 0 이고 USABLE 이 FREE 와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RMF 의 정의를 논리로 설명하십시오. 장애 그룹 하나가 통째로 사라지는 상황을 가정하면, 거기 있던 데이터를 남은 장애 그룹에 다시 복제해야 하고 그만큼의 빈 공간이 필요합니다. 그래서 가장 큰 장애 그룹의 크기가 예약됩니다. 이 논리를 이해하면 다음 슬라이드의 역설적인 결과가 자연스럽게 따라옵니다. 여기서 시간을 조금 더 써도 좋습니다. 장애 그룹이 크기가 서로 다르면 가장 큰 것이 기준이 된다는 점도 덧붙이십시오.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장의 두 번째 하이라이트입니다. 먼저 장애 그룹이 둘일 때 RMF 가 0 인 이유를 설명하십시오. 하나를 잃으면 복원할 방법이 아예 없으니 예약할 공간도 없습니다. 디스크를 한 장 더하는 순간 복원 가능한 구성이 되고, 그 대가로 4096MB 가 예약됩니다. 실무에서 "증설했는데 공간이 안 늘었다" 는 항의가 대부분 이 구조입니다. 설명할 때는 총량이 아니라 얻은 보장을 기준으로 말하라고 권하십시오.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표를 한 행씩 짚으며 값이 어떻게 줄어드는지 보여 주십시오. 1GB 데이터파일이 FREE 를 2005MB 씩 깎는데, Normal 중복도라 미러까지 2000MB 를 쓰고 나머지 5MB 정도가 메타데이터입니다. 4GB 시점에 FREE 3941 이 RMF 4096 보다 작아지면서 공식이 음수를 냅니다. 실습에서는 데이터파일 생성에 각 40~55 초씩 걸리므로 시간 배분에 유의하라고 안내하십시오.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장의 결론에 해당하는 슬라이드입니다. 실습에서 반드시 insert 를 실행해 성공하는 것을 보여 주십시오. 값이 음수인데 쓰기가 되는 것을 직접 봐야 의미가 각인됩니다. USABLE_FILE_MB 는 용량 지표가 아니라 안전 지표입니다. 0 이 되는 시점은 "디스크를 잃어도 자동 복구된다" 는 보장이 사라지는 지점이고, 음수는 이미 그 보장을 넘어섰다는 경고입니다.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감시 설계로 마무리하는 슬라이드입니다. 같은 시점의 두 값이 정반대의 인상을 준다는 것을 강조하십시오. FREE_MB 만 보는 감시 스크립트는 이 상황에서 아무 경보도 울리지 않습니다. Normal 이나 High 중복도를 쓰는 디스크그룹이라면 반드시 USABLE_FILE_MB 를 기준으로 임계값을 잡아야 합니다. 이단계 경보 구성을 권하고, 실제 임계값은 증설 리드 타임에 맞춰 정하라고 안내하십시오.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원상 복구는 모든 장의 원칙이므로 순서를 분명히 하십시오. 생성과 삭제의 시간 차이는 좋은 설명 소재입니다. 파일 생성은 실제로 블록을 초기화하지만 삭제는 메타데이터만 정리하므로 30 배 가까이 빠릅니다. 디스크그룹 삭제 전에 다른 노드에서 dismount 해야 하는 이유도 짚으십시오. 다른 인스턴스가 붙들고 있으면 drop 이 거부되고, 반대로 자기 노드에서 먼저 dismount 하면 명령을 낼 주체가 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장에서 배운 도구를 일상 운영에 배치하는 슬라이드입니다. 매일 항목은 스크립트로 자동화하고 임계값을 넘으면 알리게 합니다. 주간 항목은 대칭이 깨졌는지만 보면 되므로 눈으로 확인해도 충분합니다. 스크립트에 넣을 것은 반드시 SQL 로 작성하라고 다시 강조하십시오. asmcmd 출력은 열 위치가 버전에 따라 달라져 파싱이 깨질 수 있습니다. 점검 주기는 증설 리드 타임에 맞춰 조정하면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 전체에서 반복해 나온 판단 기준을 한 장으로 모았습니다. 네 가지를 각각 이 장의 어느 장면에서 배웠는지 되짚어 주면 정리가 됩니다. asmcmd 와 SQL 의 구분은 9.1 절, GV$ 의 주의점은 9.3 절, asmca 는 9.6 절입니다. 수강생이 현장에 돌아가서 이 네 줄만 기억해도 이 장의 목적은 달성된 것입니다. 도구를 많이 아는 것보다 상황에 맞게 고르는 판단이 실무에서 더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장에서 가장 오래 남기고 싶은 교훈입니다. 오류 메시지는 증상을 말하지 원인을 말하지 않습니다. 상위 도구가 애매한 메시지를 주면 그 도구가 내부적으로 무엇을 하는지 보고 한 단계 아래에서 직접 실행합니다. 각 단계마다 메시지가 더 정확해집니다. 반대로 메시지를 액면 그대로 믿고 조치했다면 원인은 그대로 둔 채 클러스터만 흔들었을 것이라는 점을 마지막으로 강조하십시오.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ASM 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asmcmd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같은 값을 보는 두 개의 창. 그리고 음수가 되는 USABLE_FILE_MB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V$ASM_* 계열에서 실무에 쓰는 다섯 뷰를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 와 GV$ 의 차이를 클러스터 관점에서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 주요 명령을 목적에 맞게 고른다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ASMCMD-8102 의 진짜 원인을 계층을 내려가며 찾는다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asmca -silent 로 디스크그룹을 만든다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USABLE_FILE_MB 가 음수가 되는 조건과 그 의미를 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9.1 ASM 을 들여다보는 두 가지 창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9.2 V$ASM_* 계열 지도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9.3 GV$ 로 두 인스턴스를 함께 보기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9.4 asmcmd 명령 체계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9.5 계정과 권한 — asmcmd 가 거부될 때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9.6 ASMCA 무인 모드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9.7 용량 산정 — USABLE_FILE_MB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8장과 무엇이 다른가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이번엔 도구 자체를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6~8장 — ASM 을 만들고 늘리고 부수고 되살렸다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그때마다 상태를 확인했지만 도구 설명은 건너뛰었다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9장 — 그 도구 자체가 주제다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파괴적 실습은 없다. 대신 숫자 하나를 끝까지 판다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USABLE_FILE_MB 는 음수가 될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ASM 을 들여다보는 두 가지 창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왜 창이 두 개인가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같은 값을 두 창으로 보기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 인스턴스에는 딕셔너리가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그래서 V$ 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인스턴스도 SGA 와 백그라운드 프로세스를 갖는다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다만 데이터 딕셔너리가 없다 — 테이블도 사용자도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따라서 DBA_ 계열 뷰가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있는 것은 메모리에서 직접 읽는 V$ 계열뿐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이 아는 모든 것이 V$ASM_ 으로 시작하는 뷰에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asmcmd 는 왜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번거로움을 줄이려고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 조회에는 sqlplus 접속 + SYSASM 권한 + 컬럼 이름이 필요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여유 공간 하나 보려고 매번 이 절차를 밟기는 번거롭다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는 ls·du·cp 처럼 익숙한 명령으로 감싼 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내부적으로는 결국 V$ 를 조회한다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같은 값을 두 창으로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숫자가 완전히 같다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 — v$asm_diskgroup 조회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12288 / 11324 / RMF 4096 / USABLE 3614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lsdg — 같은 12288·11324·4096·3614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가 더 주는 것 — AU 크기, Voting_files 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+CRS 의 AU 는 4MB, DATA·FRA 는 1MB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V$ASM_* 계열 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뷰는 몇 개인가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V$ASM_DISK 로 랩 전체 보기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V$ASM_FILE 로 무엇이 들었는지 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뷰는 50 개, 목록은 33 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차이 17 개는 ACFS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v$fixed_view_definition 에서 V$ASM% 는 50 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이름에 ACFS 가 들어간 17 개를 빼면 33 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33 개 중에도 자주 쓰는 것은 다섯 남짓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AUDIT 5 — 감사 기능용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SPARSE 4 — 씬 프로비저닝용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FILEGROUP·QUOTAGROUP — Flex/Extended 중복도에서만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실무에 쓰는 다섯 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각각 답하는 질문이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V$ASM_DISKGROUP — 공간이 얼마나 남았나, 마운트되어 있나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V$ASM_DISK — 어떤 디스크가 어디 붙어 있나, 상태는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V$ASM_FILE — 무엇이 얼마나 들어 있나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V$ASM_CLIENT — 누가 이 ASM 을 쓰고 있나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V$ASM_OPERATION — 지금 무슨 작업이 돌고 있나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V$ASM_DISK 로 본 랩 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14 장의 디스크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GROUP_NUMBER 0 — 소속 없는 디스크 6 장 (test1~test6)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1 CRS — crs1·crs2·crs3, 각 4096MB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2 DATA — data1·data2·data3, 각 20480MB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3 FRA — fra1·fra2, 각 12288MB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소속이 없으면 NAME 도 비어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TOTAL_MB 가 0 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OS_MB 와 구별하라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test 디스크는 4GB 인데 TOTAL_MB 가 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TOTAL_MB = "ASM 이 쓸 수 있는 공간"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OS_MB = "디스크의 물리 크기" — 여기는 4096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lsdsk -k 의 OS_MB 열이 같은 값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증설 전 "몇 GB 짜리인가" 를 볼 때 헷갈리기 쉬운 지점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V$ASM_FILE 로 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표 한 장에 다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1 +CRS — OCRFILE 158MB, OCR 백업 3, ASM SPFILE·패스워드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2 +DATA — 데이터파일 13 개 3445MB, 컨트롤 1, 리두 4, 템프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그룹 3 +FRA — 컨트롤 1, 리두 4 (다중화 사본)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데이터파일이 13 개인 것은 CDB 구조 때문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GV$ 로 두 인스턴스를 함께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V$ 는 한 인스턴스만 본다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GV$ 를 쓰면 대칭이 보인다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V$ASM_CLIENT 를 rac1 에서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racdb2 가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 행이 나온다 — +ASM1, _OCR, racdb1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racdb2 는 안 보인다 — +ASM2 에 붙어 있으므로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클라이언트가 셋인 것도 눈여겨볼 지점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+ASM 자신 / _OCR / racdb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_OCR 이라는 클라이언트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인스턴스가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INSTANCE_NAME 자리에 rac1.localdomain 이 들어간다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DB_NAME 은 _OCR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이것은 데이터베이스가 아니라 CRS 데몬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OCR 파일이 +CRS 에 있으므로 CRS 도 ASM 클라이언트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GV$ 로 보면 대칭이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5 행이 10 행으로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INST_ID 1 — +ASM1, rac1.localdomain, racdb1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INST_ID 2 — +ASM2, rac2.localdomain, racdb2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완전한 좌우 대칭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대칭이 깨지면 그 자체가 이상 신호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예 — INST_ID 2 에 racdb2 가 없으면 인스턴스가 내려간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GV$ 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진단 중에는 쓰지 마라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 는 상대 인스턴스에 병렬 슬레이브를 띄운다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결과가 인터커넥트를 타고 넘어온다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상대가 응답 못 하면 조회가 멈추거나 행이 빠진다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장애 진단 중이라면 각 노드에서 V$ 를 봐라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 는 클러스터가 건강할 때 전체를 훑는 용도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asmcmd 명령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무엇에 접속하는가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ls·du·lsof·lsdsk·iostat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도움말에 이미 답이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세 문장을 읽어라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"SQLPLUS / AS SYSASM 과 같은 방식으로" bequeath 접속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"사용자는 OSASM 그룹의 구성원이어야 한다"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Flex ASM 이면 ORACLE_SID 와 무관하게 아무 ASM 에나 붙는다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9.5 절에서 만날 오류의 원인이 여기 미리 적혀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ls — 파일 계층 둘러보기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GUID 디렉터리가 섞여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아래에는 RACDB 하나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아래 대문자 이름 — 파일 종류별 OMF 디렉터리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32 자리 16 진수 세 개 — PDB 의 GUID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5A566B55… / 5A569448… / 86B637B62FE0…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GUID 를 맞춰 보면 어긋난다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디렉터리는 스냅숏이다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v$containers — CDB$ROOT 는 86B637B62F**DF**…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 디렉터리는 86B637B62F**E0**… — 끝 두 자리가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추적 결과 — PDB$SEED 의 데이터파일이 그 디렉터리에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PDB$SEED 의 현재 GUID 는 5A566B55…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템프파일만 현재 GUID 디렉터리에 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du — 열이 두 개인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미러를 따로 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Used_MB — 중복도를 고려하지 않은 논리 크기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Mirror_used_MB — 미러를 포함한 실제 소비량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는 External 이라 두 값이 같다 (4412 / 4412)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Normal 중복도에서는 정확히 두 배가 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lsof — 지금 열려 있는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27 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racdb1 만 보인다 — racdb2 는 +ASM2 쪽에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undotbs1 과 undotbs2 가 둘 다 열려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리두로그가 +DATA 와 +FRA 양쪽에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+ASM1 이 여는 +CRS.255.… 는 자기 SPFILE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iostat — 균형을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절대값이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읽기량 107.8M / 130.0M / 108.1M — 대체로 고르다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읽기 시간 109.8 / 155.8 / 148.2 초 — 순서가 어긋난다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DATA_0002 는 적게 읽었는데 시간은 더 걸렸다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원인 — 같은 물리 스토리지 위의 가상 디스크, 호스트 경합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스토리지라면 그 디스크의 경로·장비를 의심하라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lsdsk — OS 관점에서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옵션 이름에 속지 마라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lsdsk --candidate -k 는 소속 없는 디스크를 보여 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이름과 달리 CANDIDATE 만이 아니라 FORMER 도 나온다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의미는 "디스크그룹에 속하지 않은 디스크"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정확히 걸러 내려면 SQL 로 header_status 조건을 줘라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계정과 권한 — asmcmd 가 거부될 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오류 재현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계층을 내려가 원인 찾기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root 는 왜 되는가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 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메시지가 상황을 잘못 설명한다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oracle 계정 + ORACLE_SID=+ASM1 + Grid 홈 asmcmd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"Connected to an idle instance."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ASMCMD-8102: no connection to Oracle ASM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+ASM1 은 지금 돌고 있다. idle 이 아니다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계층을 한 단계 내려가라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ORA-01017 이 나온다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는 결국 sqlplus / as sysasm 을 대신하는 도구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계정으로 sqlplus 를 직접 실행해 보면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ORA-01017: invalid username/password; logon denied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"연결 불가" 가 아니라 "인증 거부" 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계정으로 하면 +ASM1 STARTED 로 정상 접속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진짜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asmadmin 에 oracle 이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osdbagrp -a → OSASM 그룹은 asmadmin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id -nG oracle → oinstall dba oper … asmdba (asmadmin 없음)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id -nG grid → oinstall dba asmdba asmoper **asmadmin**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getent group asmadmin → asmadmin:x:54329:**grid**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asmdba 는 파일 읽기·쓰기 권한, 관리 권한이 아니다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그런데 root 는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규칙의 예외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id -nG root → root (asmadmin 없음)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규칙대로면 실패해야 하는데 asmcmd lsdg 가 성공한다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단서 — Grid 홈 oracle 바이너리는 -rwsr-s--x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setuid 비트. 누가 실행하든 grid 권한으로 동작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uid 0 은 커널 수준 검사를 통과해 그 경로를 탄다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된다고 해도 하지 마라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root 로 작업하면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감사 추적 — 로그에 root 로 남아 누구인지 알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소유권 — 생성된 트레이스·로그가 root 소유가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이후 grid 로 돌아오면 같은 디렉터리에 쓸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진단 파일이 조용히 누락되는 형태로 나타난다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관리 작업은 grid 로 전환해서 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ASMCA 무인 모드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asmca -silent 로 디스크그룹 생성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SQL 로 만든 것과 무엇이 다른가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asmca -silent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GUI 도구를 인자로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구축 현장에서는 asmca 를 많이 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-silent 를 주면 인자만으로 동작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받는 항목은 CREATE DISKGROUP 과 거의 같다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장애 그룹, 중복도, AU 크기, compatible 속성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도움말을 그대로 믿지 마라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12.2 가 상한이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도움말 — compatible.asm &lt;11.2.0.2 ~ 12.2&gt;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19c 인데 12.2 가 상한처럼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실제로 19.0.0.0.0 을 넣어도 정상 동작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도움말 문자열이 버전을 따라 갱신되지 않은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불일치가 보이면 넣어 보고 결과로 판단하라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20.9 초, DBT-30001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명령 한 줄로 CH9DG 생성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반환은 [INFO] [DBT-30001] Disk groups created successfully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로그 경로를 함께 알려 준다 (cfgtoollogs/asmca/…)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결과물은 SQL 로 만든 것과 구별할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장애 그룹 이름도 ASM 기본 규칙대로 붙는다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CRS 자원까지 자동으로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양 노드에 마운트된다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stat res ora.CH9DG.dg → 자원이 만들어져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과 rac2 모두 ONLINE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gv$asm_diskgroup 에서도 양쪽 MOUNTED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에서 한 번 실행했는데 rac2 에도 올라왔다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인스턴스가 세 줄인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Flex ASM 카디널리티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출력에 1·2·3 세 줄, 노드는 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 번은 OFFLINE 이고 이름 자리도 비어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19c ora.asmgroup 의 기본 카디널리티가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슬롯 세 개 중 둘만 채워진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OFFLINE 이지만 장애가 아니다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용량 산정 — USABLE_FILE_MB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세 개의 숫자와 그 관계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늘렸는데 줄어드는 경우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음수 만들기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 개의 숫자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공식을 검산한다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FREE_MB — 디스크에 남은 원시 공간, 중복도 무관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RMF — 디스크 한 장을 잃었을 때 복원에 필요한 공간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USABLE_FILE_MB — 지금부터 안전하게 더 넣을 수 있는 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Normal — (FREE - RMF)/2, External — FREE - RMF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검산 — (11324-4096)/2 = 3614 = USABLE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RMF 는 무엇으로 정해지는가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가장 큰 장애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+CRS 의 장애 그룹 셋, 각 4096MB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RMF = 4096 = 가장 큰 장애 그룹의 크기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논리 — 장애 그룹 하나가 사라지면 그만큼 다시 복제해야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그러려면 사라진 크기만큼 여유가 있어야 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늘렸는데 줄었다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3995 에서 3943 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CH9DG 디스크 2 장 — TOTAL 8192, RMF 0, USABLE 3995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RMF 가 0 인 이유 — 장애 그룹 둘은 복원이 불가능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test3 추가 → TOTAL 12288 (4GB 증가)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RMF 가 0 에서 4096 으로, USABLE 은 3943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총량은 4GB 늘고 쓸 공간은 52MB 줄었다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음수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-77 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1GB 데이터파일을 하나씩 추가하며 추적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0GB — FREE 11982 / USABLE 3943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1GB — 9956 / 2930   2GB — 7951 / 1927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3GB — 5946 / 925    4GB — 3941 / **-77**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규칙성 — 1GB 마다 FREE 는 2005 씩, USABLE 은 1002 씩 감소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음수는 무엇을 뜻하는가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쓸 수 없다는 뜻이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USABLE -77 상태에서 5 만 건 insert → 정상 완료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lsdg 로 봐도 -77 그대로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의미 — "지금 디스크를 한 장 잃으면 복원할 공간이 없다"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여유는 FREE 3941, 데이터 기준 약 1970MB 더 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다만 그렇게 하면 위험만 커진다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경보는 어디에 걸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FREE_MB 로는 놓친다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FREE_MB 3941 — 아직 넉넉해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USABLE_FILE_MB -77 — 이미 위험 구간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FREE 만 감시하면 이 위험을 놓친다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권장 — 전체 용량의 10~20% 아래에서 경고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0 에 가까워지면 심각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정리하고 되돌리기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순서가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테이블스페이스 먼저 — 4GB 삭제에 8.1 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생성은 4 분, 삭제는 8 초 — 왜 다른가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생성은 블록을 초기화, 삭제는 익스텐트 맵만 정리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rac2 에서 dismount → rac1 에서 drop diskgroup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 — FORMER 6 / MEMBER 8 기준선 복귀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9.8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운영 지침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요약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무엇을 정기적으로 볼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점검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USABLE_FILE_MB, OFFLINE 디스크 수 (asmcmd lsdg)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양 노드 마운트·클라이언트 대칭 (gv$)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증설 전후 — 디스크별 입출력 균형 (iostat -t)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장애 시 — 디스크 헤더 상태 (v$asm_disk)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도구를 고르는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네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 번 보고 넘어갈 것 → asmcmd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조건을 걸거나 엮을 것, 스크립트에 넣을 것 → SQL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클러스터 전체를 훑을 것 → GV$ (단 진단 중에는 V$)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구축 자동화 → asmca -silent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 메시지를 대하는 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계층을 내려가라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ASMCMD-8102 는 "ASM 연결 불가" 라고 말했다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원인은 그룹 소속이었다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방법 — asmcmd 가 안 되면 sqlplus 로 직접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ORA-01017 → OS 인증 → osdbagrp → id 대조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메시지를 믿고 재기동했다면 멀쩡한 클러스터를 흔들었을 것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V$ASM_ 뷰는 50 개, ACFS 17 개를 빼면 33 개, 실무는 다섯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V$ 는 접속한 인스턴스만, GV$ 는 대칭 확인용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 는 V$ 를 감싼 래퍼이며 OSASM 그룹이 필요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ASMCMD-8102 의 원인은 연결이 아니라 asmadmin 소속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root 는 setuid 때문에 되지만 써서는 안 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ASM 디렉터리의 GUID 는 생성 시점의 스냅숏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USABLE = (FREE - RMF)/2, RMF 는 최대 장애 그룹 크기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장애 그룹 2→3 증설 시 USABLE 이 줄 수 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USABLE 음수는 "못 쓴다" 가 아니라 "복원 못 한다"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용량 감시는 FREE 가 아니라 USABLE 기준으로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5199</Words>
  <Application>Microsoft Office PowerPoint</Application>
  <PresentationFormat>와이드스크린</PresentationFormat>
  <Paragraphs>371</Paragraphs>
  <Slides>52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KEONTAE KIM</cp:lastModifiedBy>
  <cp:revision>2</cp:revision>
  <dcterms:created xsi:type="dcterms:W3CDTF">2013-01-27T09:14:16Z</dcterms:created>
  <dcterms:modified xsi:type="dcterms:W3CDTF">2026-10-29T10:15:18Z</dcterms:modified>
  <cp:category/>
</cp:coreProperties>
</file>