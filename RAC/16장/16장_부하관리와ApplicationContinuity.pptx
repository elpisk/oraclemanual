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3F79D-92A9-4E3C-8837-AAF02F1E9D4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A25AD-7D24-450F-AAD6-FEE9D5988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67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장의 동기를 15장의 실측에서 끌어내십시오. 서버 쪽 복구가 빨랐다는 사실을 이미 확인했으므로, 클라이언트 쪽은 어떤가라는 질문이 자연스럽게 이어집니다. 서버와 클라이언트의 시간 차이를 숫자로 대비시키면 FAN 의 필요성이 설득력 있게 전달됩니다. 그리고 15장에서 srvctl config service 출력의 여러 항목을 비워 둔 채 넘어갔다는 점을 상기시키면 이 장의 범위가 분명해집니다.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포트의 바인딩 차이를 직접 보여 주는 것이 이 슬라이드의 핵심입니다. 포트 번호만 외우면 방화벽 설정에서 둘 다 열게 되는데 그럴 필요가 없습니다. 6100 은 루프백에만 붙어 있으므로 외부에서 접근 자체가 불가능합니다. netstat 출력을 함께 띄우고 BIND ADDRESS 열을 짚어 주면 한 번에 이해됩니다. 로컬 포트는 데이터베이스 인스턴스와 그 노드의 클라이언트가 쓰고, 원격 포트는 다른 노드의 ONS 와 원격 클라이언트가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srvctl status nodeapps 는 CRS 가 아는 것이고 onsctl 은 데몬에게 직접 묻는 것이라는 구분을 세워 주십시오. 그리고 ping 만으로는 부족하다는 점을 강조해야 합니다. 데몬이 살아 있어도 상대를 못 잡고 있으면 이벤트가 그 노드에 갇힙니다. Servers 절과 DEFER 값을 함께 보는 것이 이 장에서 배우는 진단 절차입니다. DEFER 가 계속 올라간다면 상대 노드와 통신이 안 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주석 자체가 이 파일의 성격을 말해 준다는 점을 짚어 주십시오. 직접 고치면 에이전트가 다시 덮어씁니다. 14장에서 자원 속성을 crsctl modify 로 바꿨던 것과 같은 원칙입니다. 보안 설정 두 가지도 함께 다루면 좋습니다. SSL 로 암호화되고 발행 주소가 제한되어 있어 아무나 가짜 FAN 이벤트를 뿌릴 수 없습니다. 노드를 추가하면 nodes 줄이 자동으로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15장에서 클라이언트가 노드 주소로 붙어 있으면 서비스 이동이 무력화된다고 했던 것과 같은 이야기입니다. 서버 쪽 고가용성 설정은 클라이언트가 받쳐 주어야 완성됩니다. -notification TRUE 가 기본값이 FALSE 라는 점을 특히 강조하십시오. 15장에서 만든 서비스에도 이 옵션이 없었고, 부하 분산만 목적이었으므로 문제가 없었지만 장애 대응까지 고려하면 넣어야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이벤트를 두 갈래로 나눠 설명하면 이 장의 구조가 그대로 드러납니다. 상태 이벤트는 16.3 절의 Application Continuity 가 쓰고, 부하 이벤트는 16.2 절의 rlbgoal 이 만듭니다. 같은 ONS 위에 성격이 다른 두 흐름이 얹혀 있는 셈입니다. 15장에서 서비스가 racdb2 로 옮겨 갔을 때 실제로 어떤 이벤트가 나갔을지 짚어 보게 하면 이해가 구체화됩니다.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설정이 이름이 비슷해 혼동하기 쉬우므로 작동 시점으로 구분하게 하십시오. clbgoal 은 15장에서 이미 다뤘습니다. rlbgoal 이 새로운 것이며, 이것은 데이터베이스가 권고를 만들어 FAN 으로 클라이언트에 알리고 클라이언트가 그 값을 보고 고르는 구조입니다. 마지막 두 줄이 이 실습의 한계를 정직하게 알려 주는 부분입니다. 도구가 재려는 대상에 맞는지 확인하는 습관을 함께 길러 주십시오. 이 랩에서 rlbgoal 에 대해 확인할 수 있는 것은 GOODNESS 가 계산된다는 사실까지입니다.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실측이 이 절에서 가장 값진 부분입니다. GOODNESS 가 0 인 것을 보고 인스턴스 상태가 나쁘다고 오해하기 쉬운데, 실제로는 계산 자체를 하지 않는 것입니다. 세 서비스를 나란히 놓고 비교하면 이 사실이 한눈에 드러납니다. 뒤의 두 줄도 실무에 유용합니다. rlbgoal 을 켜지 않은 서비스라도 이 뷰로 인스턴스별 부하를 비교할 수 있습니다. 13장에서 redo size 로 편중을 봤던 것에 더할 지표입니다.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뷰를 처음 조회하면 행이 예상의 두 배로 나와 당황합니다. 원인이 GROUP_ID 라는 것을 미리 알려 주십시오. INTSIZE_CSEC 를 함께 조회해 두 구간의 길이를 확인하게 하면 왜 두 종류인지가 자연스럽게 이해됩니다. 실시간 판단에는 짧은 구간을, 추세 분석에는 긴 구간을 씁니다. 조회 결과가 예상의 두 배로 나오면 GROUP_ID 를 의심하라고 일러 두면 실무에서 바로 쓰입니다. 뷰 하나에 성격이 다른 집계가 섞여 있는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슬라이드의 목적은 측정 결과를 읽는 태도를 가르치는 것입니다. 숫자가 있으면 결론을 내고 싶어지지만 이 설계로는 그 결론을 뒷받침할 수 없습니다. 15장에서 같은 기본 서비스로 잰 결과가 10 대 10 과 20 대 0 으로 갈렸던 것을 상기시키십시오. 확실히 말할 수 있는 셋만 정리해 주면 됩니다. Cardinality 1 이면 결정적이고, 2 이면 나뉘고, 비율은 시점에 달렸습니다.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실무에서 성능 관련 설정을 검증할 때 그대로 쓰이는 원칙입니다. 특히 두 번째와 마지막이 자주 무시됩니다. 앞 측정이 남긴 세션 때문에 뒤 측정이 왜곡되는 것은 이 실습에서 실제로 일어난 일입니다. 그리고 도구가 재려는 대상에 맞는지 확인하는 습관을 길러 주십시오. clbgoal 은 접속 시점에 작동하므로 접속 분포로 잴 수 있지만, rlbgoal 은 이미 열린 접속 중에서 고르는 것이므로 커넥션 풀이 있어야 관찰됩니다.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문제를 먼저 세워야 해법이 이해됩니다. 커밋 응답을 못 받은 상황이 왜 까다로운지를 구체적으로 그려 주십시오. 재시도해도 안전한지 판단할 근거가 없다는 것이 핵심입니다. 두 해법이 짝을 이룬다는 점도 짚어야 합니다. 재생하려면 먼저 커밋 여부를 알아야 하므로 commit_outcome 없이는 재생을 켤 수 없습니다. 이 관계가 다음다음 슬라이드의 PRCD-1259 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옵션이 많아 보이지만 서로 연결되어 있다는 점을 보여 주십시오. 재시도 창(300초)과 재생 창(600초)의 관계를 계산해 보게 하면 설정이 서로 무관하지 않다는 것을 알게 됩니다. failover_restore 가 없으면 재생은 되는데 환경이 달라져 결과가 달라질 수 있다는 점도 중요합니다. session_state 는 확신이 없으면 DYNAMIC 을 쓰라고 권하십시오.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오류 메시지가 이유까지 말해 주는 드문 사례입니다. 그리고 두 번째 확인이 중요합니다. 거부된 뒤 config 로 조회해 아무것도 남지 않았음을 보여 주십시오. 15장의 PRKO-2101 과 같은 종류의 안전장치이며, 만들 때 막아 주는 것이 나중에 기동 실패로 알게 되는 것보다 훨씬 낫습니다. 거부되면 아무것도 남지 않는다는 것을 PRCR-1001 로 확인시키십시오.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오류를 나란히 놓는 것이 이 슬라이드의 목적입니다. 접두어가 다르므로 14장에서 정리한 체계로 바로 구분됩니다. rlbgoal 에 FASTEST 를 쓰는 것은 실제로 흔한 실수입니다. 이름만 보면 그럴듯하지만 실제 값은 SERVICE_TIME 과 THROUGHPUT 입니다. 값 목록을 외우지 말고 -help 를 보는 습관을 권하십시오. 문법 오류는 도움말로 해결되지만 의미 오류는 왜 그 조합이 필요한지를 이해해야 풀립니다. 이 구분이 오류를 만났을 때 어디를 볼지 정해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15장에서 세운 원칙이 여기서도 그대로 적용됩니다. 두 출처가 서로 다른 곳에서 오므로 일치해야 정상이고, 어긋나면 그 자체가 이상 신호입니다. 열 이름이 명령 옵션과 다르다는 점도 짚어 주십시오. rlbgoal 은 GOAL 열, clbgoal 은 CLB_GOAL 열입니다. 문서를 찾을 때 헷갈리기 쉬운 부분이며, 자동 점검 스크립트를 짤 때 실제로 걸립니다.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실험 설계 자체를 가르치는 슬라이드입니다. 두 요인이 있을 때 하나씩만 바꿔서는 상호작용을 알 수 없고, 네 칸을 모두 채워야 결론이 납니다. 수강생에게 먼저 결과를 예측하게 한 뒤 실측을 보여 주면 효과가 큽니다. 대부분 클라이언트 설정이 이길 것이라고 예상하는데 결과는 반대입니다. 예측을 적어 두게 하면 실측의 인상이 훨씬 오래 남습니다. 두 서비스가 이미 만들어져 있으므로 tnsnames 항목 둘만 추가하면 네 칸이 채워집니다.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줄을 순서대로 읽으며 결론을 세 개로 정리해 주십시오. 서비스만 있어도 되고, 클라이언트만 있어도 되고, 둘 다 있으면 서비스가 이깁니다. 두 번째 줄이 결정적입니다. 클라이언트가 SELECT 를 요청했는데 TRANSACTIONAL 이 나왔습니다. 클라이언트 쪽 설정이 무시될 수 있다는 뜻이며 이것이 운영에서 혼란의 원인이 됩니다. 세 번째와 네 번째 줄을 함께 보면 클라이언트 설정도 단독으로는 작동한다는 것이 확인됩니다.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운영상의 함의를 분명히 하십시오. 서비스 설정 하나로 전체 클라이언트의 동작을 바꿀 수 있다는 것은 강력하지만 그만큼 추적이 어렵습니다. 변경 이력을 남기고 V$SESSION 으로 검증하는 절차가 필요합니다. 값 표기가 다른 것은 사소해 보이지만 자동 점검 스크립트를 짤 때 실제로 걸리므로 미리 알려 두는 것이 좋습니다. 서비스에는 TRANSACTION 으로 넣고 V$SESSION 에서는 TRANSACTIONAL 로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이 절의 마무리이자 정직한 한계 고백입니다. 앞의 두 단계는 이 실습에서 할 수 있지만 마지막은 재생을 지원하는 애플리케이션이 있어야 합니다. SQL*Plus 로는 완전히 재현할 수 없다는 것을 분명히 말해 주는 편이 낫습니다. 그래야 수강생이 실무에서 검증 계획을 제대로 세웁니다. FAILED_OVER 가 네 경우 모두 NO 였던 것은 장애를 만들지 않았으니 당연한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조건이 AND 로 묶인다는 점을 강조하십시오. 앞의 둘은 서버에서 확인할 수 있지만 세 번째는 애플리케이션 팀과 함께 봐야 합니다. AC 도입 프로젝트가 실패하는 가장 흔한 이유가 세 번째를 확인하지 않는 것입니다. replay_init_time 을 넘기면 재생하지 않는 이유도 설명해 주십시오. 너무 오래 지난 뒤 재실행하는 것이 위험하기 때문이며, 그 사이 데이터가 달라졌을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유형을 각각 구체적인 예로 설명하십시오. 특히 세 번째와 네 번째가 애플리케이션 검토의 핵심입니다. SYSDATE 를 컬럼 기본값으로 쓰는 것은 문제가 없지만 애플리케이션이 값을 계산해 넘기는 방식이라면 검토가 필요합니다. 재생 시점이 다르므로 값이 달라지기 때문입니다. 이 구분을 알려 주면 실무 검토에 바로 쓰입니다. 외부 호출은 트랜잭션 밖으로 빼거나 멱등하게 만드는 것이 정석이며, 이것이 AC 도입에서 가장 손이 많이 가는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서버 설정은 명령 한 줄이지만 실제 일은 여기 있다는 것을 분명히 하십시오. AC 를 켜기만 하고 애플리케이션을 안 보면 정작 장애 때 재생이 거부되어 아무 효과가 없습니다. 마지막 단계를 특히 강조해야 합니다. 15장에서 kill -9 로 만든 것과 같은 상황을 스테이징에서 재현하고 애플리케이션 로그에 오류가 남는지 봐야 합니다. 설정만 하고 검증하지 않으면 정작 필요할 때 동작하지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표를 그대로 외우게 하기보다 판단 기준을 이해시키는 것이 낫습니다. clbgoal 은 접속 수명이 긴가 짧은가로, rlbgoal 은 요청 크기가 고른가 들쭉날쭉한가로 정합니다. failovertype 은 트랜잭션이 있는가 없는가로 정합니다. 그리고 -notification TRUE 는 모든 서비스에 넣으라고 권하십시오. 기본값이 FALSE 이고 자주 빠집니다. 15장에서 만든 서비스에도 이 옵션이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번째가 이 장 특유의 항목입니다. 데몬이 살아 있어도 상대를 못 잡고 있으면 FAN 이 전달되지 않으므로 ping 만으로는 부족합니다. 네 번째는 16.4 절의 실험에서 나온 항목입니다. 설정 파일과 실제 협상 결과가 다를 수 있습니다. 마지막은 주기가 길지만 빠뜨리면 설정이 무의미해집니다. 12~15장의 점검 목록에 이 다섯을 더하면 일상 점검이 완성됩니다. 계층 순으로 배열하면 그대로 진단 순서가 된다는 원칙도 다시 짚어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장은 설정 파일을 고치는 첫 실습입니다. cp -p 로 먼저 백업하고 끝나면 되돌리는 습관을 여기서 확실히 심어 주십시오. 크기까지 확인하는 것이 좋습니다. 14장에서 사용자 자원 파일을 양 노드에서 지웠던 것과 같은 원칙이며, 흔적을 남기지 않는 것이 실습 환경을 오래 쓰는 요령입니다. 9장의 CH9DG 흔적이 14·15장까지 따라온 것을 상기시키면 설득력이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과정의 흐름을 정리해 주는 슬라이드입니다. 여기까지가 "돌아가게 만드는" 이야기였다면 17장부터는 "지키는" 이야기입니다. 그리고 RAC 의 백업이 단일 인스턴스와 무엇이 다른지 미리 질문을 던져 두면 좋습니다. 13장에서 배운 리두 스레드 개념이 아카이브 구성에서 다시 필요합니다. 스레드마다 아카이브가 따로 생기고 그것을 모든 노드가 볼 수 있어야 합니다. 왜 그래야 하는지를 미리 생각해 보게 하면 17장 첫 실습의 오류 재현이 훨씬 잘 이해됩니다.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3400" b="1" dirty="0">
                <a:solidFill>
                  <a:srgbClr val="C0392B"/>
                </a:solidFill>
                <a:latin typeface="맑은 고딕"/>
              </a:rPr>
              <a:t>부하관리와 </a:t>
            </a:r>
            <a:r>
              <a:rPr lang="en-US" sz="3400" b="1" dirty="0" err="1">
                <a:solidFill>
                  <a:srgbClr val="C0392B"/>
                </a:solidFill>
                <a:latin typeface="맑은 고딕"/>
              </a:rPr>
              <a:t>ApplicationContinuity</a:t>
            </a:r>
            <a:endParaRPr sz="3400" b="1" dirty="0">
              <a:solidFill>
                <a:srgbClr val="C0392B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부하 관리와 Application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서버가 10초 만에 복구해도 클라이언트가 모르면 소용없다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FAN 이 필요한 이유를 15장의 실측과 연결해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ONS 의 구조와 진단 절차를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clbgoal 과 rlbgoal 의 작동 시점 차이를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V$SERVICEMETRIC 의 GOODNESS 가 언제 계산되는지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Application Continuity 의 필수 조합과 그 이유를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페일오버 유형이 서비스와 클라이언트 중 어디서 정해지는지 실측으로 확인한다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16.1 FAN — 변화를 알리는 구조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16.2 부하 분산 권고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16.3 Application Continuity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16.4 페일오버 유형은 어디서 정해지는가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16.5 무엇이 재생되고 무엇이 안 되는가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16.6 정리와 운영 지침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15장이 남긴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끊어진 클라이언트는 무엇을 겪는가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15장 — kill -9 후 서비스는 10초 안에 옮겨 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그 인스턴스에 붙어 있던 세션은 사라졌다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통지가 없으면 클라이언트는 TCP 타임아웃까지 수 분을 기다린다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서버 10초 대 클라이언트 5분이면 고가용성의 의미가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15장에서 비워 둔 config 항목들을 이 장에서 채운다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FAN — 변화를 알리는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ONS 의 두 포트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진단 순서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ONS 의 두 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성격이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Local port 6100 — 같은 노드 안의 프로세스용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Remote port 6200 — 다른 ONS 데몬과 원격 클라이언트용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netstat 로 보면 바인딩 주소가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6100 은 127.0.0.1 과 ::1 에만 (루프백 전용)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6200 은 ::: — 방화벽에서 6200 만 열면 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onsctl 로 직접 물어본다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가지를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/u01/app/19.3.0/grid/opmn/bin/onsctl (PATH 에 없다)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onsctl ping → ons is running, 종료 코드 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onsctl debug 의 Servers 절 — 상대 노드를 잡고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rac2 에서 172.16.225.101:6200 이 보였다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DEFER 가 0 — 보내지 못하고 쌓인 이벤트가 없다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ons.config 는 손대지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에이전트가 만든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줄마다 "# line added by Agent" 주석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nodes=rac1:6200,rac2:6200 이 Servers 목록의 근거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walletfile 이 있고 Uses SSL true — 통신이 암호화되어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allowpublish 에 두 노드 IP 만 — 가짜 이벤트를 막는다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바꾸려면 srvctl modify nodeapps 를 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서버만 준비하면 안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클라이언트도 구독해야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JDBC 씬 — UCP 와 setFastConnectionFailoverEnabled(true)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OCI 계열 — 서비스의 -notification TRUE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ODP.NET — 접속 문자열에 HA Events=true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지정하면 config 의 AQ HA notifications 가 true 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기본값은 FALSE — 자주 빠뜨리는 옵션이다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FAN 이 나르는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어떤 이벤트가 오는가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인스턴스가 죽었다 / 살아났다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서비스가 어느 인스턴스에서 시작됐다 / 멈췄다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노드가 클러스터에서 빠졌다 / 들어왔다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부하 권고 갱신 (rlbgoal 을 켠 서비스)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앞의 셋은 상태 이벤트, 마지막은 부하 이벤트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부하 분산 권고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두 개의 목표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GOODNESS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clbgoal 과 rlbgoal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작동 시점이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clbgoal — 접속을 맺는 순간. SHORT / LONG. 기본 LONG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rlbgoal — 이미 열린 접속 중 하나를 고를 때. 기본 NONE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rlbgoal 값 — SERVICE_TIME(응답 시간) / THROUGHPUT(처리량)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rlbgoal 은 커넥션 풀이 있어야 관찰된다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SQL*Plus 로 붙었다 끊는 방식으로는 효과를 볼 수 없다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GOODNESS 는 언제 계산되는가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0 은 나쁘다는 뜻이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rlbgoal SERVICE_TIME 인 ch16_lb — GOODNESS 100, DELTA 100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rlbgoal NONE 인 ch16_ac 와 racdb — GOODNESS 0, DELTA 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0 은 "나쁘다" 가 아니라 "계산하지 않는다"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CPUPERCALL·DBTIMEPERCALL 은 rlbgoal 과 무관하게 항상 채워진다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권고를 만들지 않을 뿐 측정은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한 뷰에 두 집계가 섞여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GROUP_ID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GROUP_ID 6 — INTSIZE_CSEC 약 6000, 즉 60초 구간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GROUP_ID 10 — 512, 즉 5.12초 구간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짧은 구간이 실시간 권고, 긴 구간이 추세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조회할 때 GROUP_ID 로 걸러야 의미가 분명해진다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안 거르면 같은 서비스가 두 번씩 나온다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접속 분포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숫자를 성급히 해석하지 말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ch16_lb (Cardinality 2) 30회 → 13 대 17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 (Cardinality 2) 30회 → 9 대 21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ch16_ac (Cardinality 1) 10회 → 10회 모두 racdb1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"SHORT 가 LONG 보다 고르다" 고 결론 내면 안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부하 기반이라 시점에 따라 달라지고, 앞 측정이 뒤를 왜곡한다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제대로 재려면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실험 설계가 필요하다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인스턴스의 출발 상태를 같게 (재기동 직후는 피한다)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측정 사이에 세션을 정리한다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여러 번 반복해 평균을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접속 횟수보다 GV$SESSION 의 인스턴스별 세션 수를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무엇을 재는지 분명히 — rlbgoal 은 커넥션 풀이 있어야 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Application Continuity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두 가지 일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필수 조합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AC 가 푸는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커밋했는지 모르는 상황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커밋 요청은 보냈는데 응답 전에 끊어졌다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다시 실행하면 중복, 안 하면 누락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해결 1 — commit_outcome 으로 트랜잭션에 논리 ID 를 붙인다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해결 2 — 드라이버가 호출을 기록해 두었다 재생한다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애플리케이션은 잠시 느려졌을 뿐 오류를 보지 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서비스 속성 여덟 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무엇을 정하는가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failovertype TRANSACTION / commit_outcome TRUE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failover_restore LEVEL1 — 재접속 후 세션 환경 복원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replay_init_time 600 — 이 시간을 넘기면 재생하지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failoverretry 30 × failoverdelay 10 = 최대 300초 재시도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session_state DYNAMIC — 상태 변화를 추적해 판정한다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 재현 — 필수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PRCD-1259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-failovertype TRANSACTION 만 주면 거부된다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"not allowed when commit outcome is set to FALSE"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이유 — 재생하려면 먼저 커밋 여부를 알아야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서비스는 만들어지지 않는다 (PRCR-1001 로 확인)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잘못된 정의가 저장되지 않는 안전장치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두 종류의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문법과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PRKO-3125 — Invalid value FOO for command line option failovertype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PRKO-3125 — Invalid value FASTEST for command line option rlbgoal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값이 목록에 없다. 문법 오류다 → -help 로 해결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PRCD-1259 — 값은 유효한데 조합이 안 된다. 의미 오류다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왜 그 조합이 필요한지를 이해해야 해결된다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데이터베이스 쪽에서도 확인한다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DBA_SERVICES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FAILOVER_TYPE / FAILOVER_RETRIES / FAILOVER_DELAY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COMMIT_OUTCOME / RETENTION_TIMEOUT / REPLAY_INITIATION_TIMEOUT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SESSION_STATE_CONSISTENCY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ch16_ac — TRANSACTION / 30 / 10 / YES / 86400 / 600 / DYNAMIC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config 는 CRS 가 아는 것, 이쪽은 DB 가 아는 것 — 일치해야 정상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페일오버 유형은 어디서 정해지는가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네 칸 실험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축을 조합한다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축 1 — 서비스에 -failovertype 이 있는가 (ch16_ac vs ch16_lb)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축 2 — tnsnames 에 FAILOVER_MODE 가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네 경우를 만들어 V$SESSION 으로 확인한다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V$SESSION 의 failover_type / failover_method / failed_over 를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조회 하나로 네 번 잰다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네 칸의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서비스가 이긴다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TRANSACTION + 클라이언트 없음 → TRANSACTIONAL / BASIC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TRANSACTION + 클라이언트 SELECT → TRANSACTIONAL / BASIC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없음 + 클라이언트 없음 → NONE / NONE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없음 + 클라이언트 SELECT → SELECT / BASIC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둘 다 있으면 서비스 설정이 클라이언트를 덮어쓴다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그래서 설정 파일을 믿지 말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V$SESSION 으로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애플리케이션 팀이 tnsnames 를 보고 판단한 것이 실제와 다를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서버에서 서비스 설정을 바꾸면 클라이언트 모르게 동작이 바뀐다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편리하지만 위험하기도 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표기도 다르다 — 서비스는 TRANSACTION, V$SESSION 은 TRANSACTIONAL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스크립트로 비교할 때 걸리는 부분이다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V$SESSION 이 보여 주지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협상과 성공은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TRANSACTIONAL 은 "이 유형이 협상되었다" 는 뜻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재생은 클라이언트 드라이버가 호출을 기록해야 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FAILED_OVER 열이 실제 페일오버 여부를 알려 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실습의 네 경우 모두 NO — 장애를 만들지 않았으니 당연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검증은 세 단계 — config / V$SESSION / 실제 장애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무엇이 재생되고 무엇이 안 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재생이 시도되는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셋을 모두 갖춰야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서비스에 failovertype TRANSACTION + commit_outcome TRUE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끊어진 뒤 replay_init_time 안에 재접속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클라이언트가 재생을 지원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셋 중 하나라도 없으면 재생은 일어나지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설정만 하고 클라이언트를 안 보면 아무 일도 안 생긴다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재생이 거부되는 경우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네 가지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결과가 이미 클라이언트에 전달된 조회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세션 상태가 재생 중에 달라진 경우 (session_state 판정)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결정적이지 않은 함수 — SYSDATE, SYSTIMESTAMP, SYS_GUID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 밖으로 나가는 부수 효과 — UTL_HTTP, UTL_FILE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재생하면 두 번 일어나는 것들이다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AC 도입은 애플리케이션 일이 대부분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다섯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결정적이지 않은 함수를 쓰는 곳을 찾는다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외부 호출이 있는 트랜잭션을 찾아 멱등하게 만든다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세션 설정을 어디서 하는지 확인한다 (failover_restore 와 관계)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커넥션 풀 설정을 맞춘다 (재생 드라이버, 풀 크기)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장애를 만들어 검증한다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정리와 운영 지침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설정 선택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무엇을 언제 쓰는가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커넥션 풀 OLTP — clbgoal LONG + rlbgoal SERVICE_TIME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접속·해제 반복 배치 — clbgoal SHORT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요청 크기가 들쭉날쭉 — rlbgoal THROUGHPUT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무중단이 필요 — failovertype TRANSACTION + commit_outcome TRUE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조회 위주 — failovertype SELECT 로 충분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점검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ping 만으로는 부족하다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양 노드에서 onsctl ping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onsctl debug 의 Servers 절과 DEFER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srvctl config service 와 dba_services 비교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변경 후 — V$SESSION 의 failover_type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분기 — 스테이징에서 장애 재현 검증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정리와 기준선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설정 파일도 되돌린다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정지 후 삭제 (15장과 같은 순서)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tnsnames.ora 를 백업본으로 복원 — 341 바이트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GV$ACTIVE_SERVICES 10행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자원 17개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인스턴스 Open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다음 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백업과 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16장까지 — 클러스터·스토리지·인스턴스·서비스·클라이언트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17장 — 이 모든 것이 담긴 데이터를 지키는 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아카이브를 모든 노드가 볼 수 있어야 하는 이유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채널을 두 노드에 나눠 병렬 백업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복구를 다른 노드가 대신하는 과정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3422</Words>
  <Application>Microsoft Office PowerPoint</Application>
  <PresentationFormat>와이드스크린</PresentationFormat>
  <Paragraphs>253</Paragraphs>
  <Slides>36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KEONTAE KIM</cp:lastModifiedBy>
  <cp:revision>3</cp:revision>
  <dcterms:created xsi:type="dcterms:W3CDTF">2013-01-27T09:14:16Z</dcterms:created>
  <dcterms:modified xsi:type="dcterms:W3CDTF">2026-10-29T10:19:09Z</dcterms:modified>
  <cp:category/>
</cp:coreProperties>
</file>