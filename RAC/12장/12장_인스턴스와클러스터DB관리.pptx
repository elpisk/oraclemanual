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F6620B-20C0-485C-B676-BC81161E4991}" type="datetimeFigureOut">
              <a:rPr lang="ko-KR" altLang="en-US" smtClean="0"/>
              <a:t>2026-10-29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3AB6B-87AF-41F4-962E-498FFEB944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32211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장의 성격을 먼저 정리해 주십시오. 새 기능을 배우는 장이 아니라 이미 쓰던 명령을 정확히 이해하는 장입니다. 수강생 대부분이 srvctl 로 데이터베이스를 올리고 내려 봤지만 CRS 가 그것을 어떻게 받아들이는지는 생각해 본 적이 없습니다. 이 장에서 만나는 오류 중 하나는 특히 위험합니다. 오라클이 막아 줄 것 같은데 막지 않는 경우이며, 문제가 명령을 내리는 순간이 아니라 다음 재기동에서 드러납니다.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출력이 CRS 안에 저장된 racdb 의 정의라는 점을 강조하십시오. 데이터베이스가 내려가 있어도 이 정보는 남아 있습니다. 특히 두 줄을 짚어 주십시오. Start options 와 Stop options 는 srvctl 을 옵션 없이 실행했을 때의 기본 동작이며, srvctl stop database 가 shutdown immediate 를 뜻한다는 것을 여기서 확인할 수 있습니다. Management policy AUTOMATIC 은 노드 부팅 시 CRS 가 자동으로 올린다는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옵션 목록에서 읽어 낼 것이 있습니다. -startoption 이 SQL*Plus 인자를 그대로 받는다는 것은 srvctl 이 결국 그 명령을 대신 실행한다는 뜻입니다. -force 가 stop 에만 있는 것도 의미가 있습니다. 정지에는 "의존하는 것들도 함께 내려라" 라는 요구가 있을 수 있지만 기동에는 그런 개념이 없기 때문입니다. 자원이 빠듯한 환경에서는 -stopconcurrency 1 로 순차 처리하라고 권하십시오.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실측 시간을 인용하며 설명하십시오. 정지 50.1 초, 기동 40.6 초입니다. 기동이 더 빠른 것이 의외로 보이지만 정지 쪽에는 세션 정리와 체크포인트가 포함되기 때문입니다. 여기서 강조할 것은 인스턴스 하나가 내려가도 데이터베이스는 계속 서비스한다는 점입니다. 단일 인스턴스에서는 인스턴스 정지가 곧 데이터베이스 정지지만 RAC 에서는 다릅니다. 이 차이가 롤링 패치나 노드별 유지보수를 가능하게 하는 근거입니다.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두 열의 구분이 이 절 전체의 열쇠입니다. TARGET 은 의도이고 STATE 는 현실입니다. CRS 의 역할은 이 둘을 일치시키는 것입니다. 둘이 같으면 할 일이 없고, 어긋나면 맞추려 합니다. State details 열에 "Instance Shutdown" 이라고 나오는 것도 함께 짚어 주십시오. 왜 내려가 있는지를 CRS 가 기록해 둡니다. 이 열을 읽는 습관을 들이면 자원 상태를 훨씬 빠르게 파악할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예상을 뒤집는 구성입니다. 수강생에게 먼저 물어보십시오. SQL*Plus 로 내리면 CRS 가 다시 올릴 것 같은가. 대부분 그렇다고 답합니다. 실제 측정 결과는 다릅니다. 오라클 에이전트가 정상 종료를 감지하고 TARGET 을 함께 내렸습니다. 사람이 의도적으로 내렸다고 판단한 것입니다. 그렇다면 CRS 는 언제 다시 올리는가가 다음 슬라이드의 질문입니다.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앞 슬라이드와 대비시켜 설명하십시오. 이번에는 TARGET 이 ONLINE 으로 남았습니다. 정상 종료 절차를 밟지 않았으므로 에이전트가 TARGET 을 내릴 기회가 없었던 것입니다. 그러자 TARGET 과 STATE 가 어긋났고 CRS 가 장애로 판단해 다시 올렸습니다. 20 초 시점에 이미 pmon 이 1 개인 것도 짚어 주십시오. 감지가 거의 즉시 일어났고 STATE 가 STARTING 을 거쳐 ONLINE 이 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세 경우를 한 표로 정리하는 슬라이드입니다. 결론은 CRS 가 보는 것이 어떤 도구를 썼느냐가 아니라 정상 종료인가 비정상 종료인가라는 점입니다. RESTART_ATTEMPTS 와 UPTIME_THRESHOLD 도 함께 설명하십시오. 두 번 다 실패하면 CRS 가 포기하고 자원을 OFFLINE 으로 둡니다. 그리고 한 시간 이상 정상 동작하면 실패 이력을 잊으므로, 하루에 한 번씩 죽는 인스턴스는 매번 두 번의 기회를 다시 받습니다.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정상 종료라면 SQL*Plus 로도 재시작이 안 된다는 것이 확인되었으니, 그렇다면 왜 srvctl 인가에 답하는 슬라이드입니다. 세 가지 이유를 들되 마지막 두 줄을 특히 강조하십시오. srvctl 로 내린 인스턴스가 노드 재부팅 후에도 올라오지 않는 것은 실무에서 자주 겪는 혼란입니다. TARGET 이 OFFLINE 으로 저장되어 있기 때문이며, 올릴 때도 srvctl 로 올려야 TARGET 이 ONLINE 으로 돌아옵니다.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crsctl 의 범위가 srvctl 보다 넓다는 것을 출력으로 보여 주십시오. 두 묶음의 차이가 핵심입니다. Local Resources 는 노드 수만큼 행이 있고, Cluster Resources 는 클러스터 차원에서 개수가 정해집니다. ora.asmgroup 의 세 슬롯 중 하나가 비어 있는 것은 9장에서 다룬 Flex ASM 카디널리티 때문이며 장애가 아닙니다.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3장에서 다룬 Clusterware 데몬들이 여기 나옵니다. 특히 ora.cluster_interconnect.haip 를 짚어 주십시오. 인터커넥트 문제를 진단할 때 이 목록에서 상태를 확인합니다. ora.asm 이 두 목록에 모두 나오는 것도 설명이 필요합니다. -init 쪽은 ohasd 가 관리하는 로컬 ASM 이고 일반 목록의 것은 crsd 가 관리하는 클러스터 자원으로, 이름만 같고 다른 자원입니다.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세 숫자를 외우게 하십시오. 24 / 3 / 3 이 이 랩의 기준선이며, SPFILE 이 깨끗한지 한 번에 확인하는 지표입니다. 인스턴스별 항목이 3 개보다 많으면 누군가 무언가를 넣은 것입니다. 10장에서 pfile 을 내려받아 봤을 때 파라미터 앞에 *. 이 붙어 있던 것을 상기시키면 두 장이 자연스럽게 이어집니다. 그때는 표기만 보고 넘어갔지만 이 장에서 그 의미를 정확히 다룹니다.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셋뿐이라는 점이 중요합니다. RAC 이라고 해서 파라미터를 인스턴스별로 잔뜩 나눠 관리하는 것이 아닙니다. 대부분은 공통이고 딱 세 개만 다릅니다. thread 는 10장에서 V$LOG 의 THREAD# 로 확인한 그것입니다. 각 인스턴스가 자기 스레드의 리두로그에만 쓰기 때문에 이 값이 같으면 두 인스턴스가 같은 리두로그를 두고 충돌합니다. 노드를 추가할 때 리두 스레드를 함께 만들어야 하는 이유이기도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세 분류가 이 장에서 가장 오래 남기고 싶은 틀입니다. 파라미터를 개별로 외우는 것이 아니라 어느 분류에 속하는지로 판단하게 하십시오. 세 번째 분류에 대해서는 노드 하드웨어가 다르거나 부하가 한쪽에 몰리는 구성이면 다르게 잡을 수 있다고 설명하되, 장애 조치로 세션이 넘어갔을 때 예상 밖의 결과가 나올 수 있다는 점도 함께 말해 주십시오. 특별한 이유가 없으면 같게 두는 것이 원칙입니다.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실제 대조 결과를 보여 주며 두 가지를 짚으십시오. 첫째, undo_management 와 undo_tablespace 의 관계입니다. 방식은 공통이고 대상만 인스턴스별입니다. 둘째, instance_name 은 SPFILE 목록에 없는데도 값이 다릅니다. 기동할 때 ORACLE_SID 에서 결정되기 때문입니다. SPFILE 에 없다고 해서 공통인 것은 아니라는 점을 분명히 해 두십시오.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슬라이드는 안심시키기 위한 것이 아니라 다음 슬라이드의 반전을 위한 준비입니다. 두 파라미터가 거부되는 것을 확인시킨 뒤, 수강생에게 물어보십시오. 그렇다면 같은 분류인 control_files 도 막힐 것 같은가. 대부분 그렇다고 답합니다. ORA-32016 은 인스턴스별 지정 이전에 변경 자체가 막혀 있다는 뜻이라는 점도 정확히 짚어 주십시오. sid= 를 빼고 실행해도 같은 오류가 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이 장에서 가장 중요한 슬라이드입니다. 같은 "반드시 같아야" 분류인데 하나는 막히고 하나는 통과합니다. v$spparameter 조회 결과를 반드시 보여 주십시오. racdb1 전용 항목이 실제로 SPFILE 에 들어갔고 * 값과 나란히 존재합니다. 인스턴스별 값이 * 보다 우선하므로 다음 기동에서 이 값이 쓰입니다. 실습에서 이 두 명령을 실행한 뒤에는 반드시 RESET 으로 되돌려야 하며, 건너뛰면 다음 재기동에서 racdb1 이 올라오지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시간차 공격이라는 점을 강조하십시오. 변경한 사람은 System altered 를 보고 성공했다고 판단합니다. 문제는 다음 재기동에서 드러나며 그때는 그 사람이 자리에 없을 수도 있습니다. 계획 정지 후 기동이 안 되는 상황에서 원인을 SPFILE 에서 찾기까지 시간이 오래 걸립니다. 대개 로그와 리스너부터 뒤지게 되는데 원인은 파라미터에 있습니다. 그래서 재기동 직전에 SPFILE 항목을 검토하는 습관이 필요합니다.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오라클을 탓하고 끝내지 말고 이유를 설명하십시오. 두 파라미터 모두 정당한 사용 사례가 있습니다. RAC 데이터베이스를 단일 인스턴스 모드로 열어야 하는 작업이 실제로 있고, 컨트롤파일 이동은 10장에서 다룬 그대로입니다. 도구가 막을 수 없는 것은 그 명령이 틀린 것이 아니라 지금 상황에서 틀린 것이기 때문입니다. 그러므로 sid= 를 붙이기 전에 세 분류 중 어디에 속하는지 확인하는 것이 사람의 몫입니다.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RESET 의 의미를 정확히 설명하십시오. 값을 원래대로 되돌리는 것이 아니라 그 항목을 SPFILE 에서 삭제하는 것입니다. 그러면 * 값이 다시 적용됩니다. 값을 다시 쓰는 방식으로 되돌리면 racdb1 전용 항목이 그대로 남아 항목 수가 늘어난 채로 유지됩니다. 값은 맞는데 구조가 어긋난 상태이고 나중에 * 값을 바꿔도 그 인스턴스에는 반영되지 않습니다. 마지막에 24 / 3 / 3 을 확인하는 습관을 강조하십시오.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앞의 위험한 사례와 대비시키기 위한 슬라이드입니다. 같은 문법인데 이번에는 정상적인 용법입니다. 어느 쪽인지를 가르는 것은 문법이 아니라 그 파라미터가 어느 분류에 속하는가입니다. 권장이 같게 두는 것인 이유도 설명하십시오. 값이 다르면 어느 노드에 접속했느냐에 따라 동작이 달라지고 장애 조치 때 예상 밖의 결과가 나옵니다. 실습 후 RESET 을 빠뜨리지 않도록 안내하십시오.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4 행이 나오는 이유를 먼저 짚으십시오. PDB 는 둘인데 인스턴스가 둘이라 2×2 입니다. 여기서 이해해야 할 것은 열림 상태가 인스턴스별로 관리된다는 점입니다. 데이터파일은 공유되지만 그것을 어떤 모드로 여는지는 인스턴스마다 독립적입니다. 단일 인스턴스 경험만 있는 수강생에게는 낯선 개념이므로 시간을 들여 설명하십시오. 이 구조를 이해해야 다음 두 슬라이드의 함정이 왜 생기는지 알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인스턴스 지정을 생략했을 때의 기본 동작이 핵심입니다. 실행한 노드에만 적용됩니다. 단일 인스턴스 습관대로 CLOSE 를 실행하면 의도치 않게 한 노드에서만 닫히게 됩니다. 이 상태가 얼마나 위험한지는 다음 슬라이드에서 드러납니다. 실습에서 반드시 gv$pdbs 로 두 행의 OPEN_MODE 가 갈리는 것을 눈으로 확인시키고, MOUNTED 와 READ WRITE 라는 두 값을 대비시켜 주십시오.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같은 SQL 이 노드에 따라 갈리는 장면을 보여 주는 것이 목적입니다. 세 가지를 짚으십시오. 첫째, alter session set container 자체는 양쪽 다 성공합니다. 둘째, ORA-01219 메시지 뒷부분의 "queries allowed on fixed tables or views only" 는 정확한 설명이며 MOUNTED 상태에서도 고정 뷰는 조회됩니다. 셋째, 조회는 ORA-01219 이고 DML 은 ORA-01109 로 번호가 다릅니다.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실무에서 이 문제가 나타나는 형태를 설명하는 슬라이드입니다. 증상이 간헐적이라 진단이 어렵습니다. 사용자는 SCAN 을 통해 접속하므로 어느 노드에 붙을지 모르고, 재시도하면 성공하기도 해서 재현이 안 된다는 보고가 올라옵니다. 확인은 조회 한 줄이면 됩니다. 이 점검을 일상 항목에 넣어 두라고 권하십시오. 9장의 대칭 점검과 같은 성격이며, RAC 에서는 "두 노드가 같은가" 가 반복되는 질문이라는 점을 다시 짚어 주면 좋습니다.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실무 습관으로 만들 것을 제시하는 슬라이드입니다. 열 때 instances=all 을 습관적으로 붙이면 앞 슬라이드의 증상이 생기지 않습니다. 저장 상태도 인스턴스별로 기록된다는 점이 중요합니다. 한 노드에서만 save state 를 하면 그 노드에서만 자동으로 열리고, 다른 노드는 재기동 후 MOUNTED 로 남습니다. 결과적으로 같은 증상이 재기동 후에 다시 나타납니다.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지금까지 상태가 어긋난 것을 문제로 다뤘으니 균형을 잡아 주는 슬라이드입니다. 의도적으로 그렇게 하는 정당한 경우가 있습니다. 다만 조건이 붙습니다. 의도적이어야 하고 기록으로 남겨야 합니다. 운영 문서에 "RACPDB1 은 rac2 에서만 연다" 가 적혀 있으면 다음 사람이 헤매지 않습니다. 기록되지 않은 의도는 사고와 구별되지 않으며, 다음 사람은 그것을 장애로 판단해 되돌릴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상황별 도구 선택표입니다. 마지막 항목만 SQL*Plus 를 쓴다는 점을 강조하십시오. 세 번째 항목은 이 랩에서 실제로 겪은 교훈입니다. 두 인스턴스를 동시에 기동하면 부하가 급등해 노드가 축출될 수 있으므로 순차 처리가 안전합니다. 자원이 넉넉한 운영 환경에서는 기본값인 동시 처리가 빠릅니다. 어느 쪽이든 기동 전에 부하를 한 번 확인하는 습관을 권하십시오.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다섯 원칙을 하나씩 짚되 2 번과 5 번을 강조하십시오. 2 번은 한 번에 both 로 하면 잘못된 값이 즉시 적용되어 그 자리에서 문제가 터진다는 뜻입니다. 5 번은 scope=spfile 로 넣은 값이 재기동 순간에 처음 적용되므로 그 직전이 마지막 확인 기회라는 뜻입니다. 계획 정지 절차서에 SPFILE 항목 확인을 넣어 두라고 권하십시오. 항목 수만 세어도 대부분의 사고를 막을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다섯 항목 중 둘째와 다섯째가 RAC 특유의 것입니다. 단일 인스턴스에는 대조할 상대가 없습니다. 넷째 항목도 중요합니다. TARGET 과 STATE 가 어긋난 자원이 있으면 CRS 가 계속 재시작을 시도하고 있거나 포기한 상태라는 뜻이므로 그 자체가 신호입니다. 이 다섯 줄을 점검 스크립트로 만들어 두면 RAC 운영의 기본은 갖춰집니다. 9장에서 말했듯 스크립트에 넣을 조회는 asmcmd 가 아니라 SQL 로 작성해야 열 위치 변화에 깨지지 않습니다.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맑은 고딕"/>
              </a:rPr>
              <a:t>Oracle 19c Real Application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69848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C0392B"/>
                </a:solidFill>
                <a:latin typeface="맑은 고딕"/>
              </a:rPr>
              <a:t>인스턴스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클러스터 DB 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C0392B"/>
                </a:solidFill>
                <a:latin typeface="맑은 고딕"/>
              </a:rPr>
              <a:t>CRS 가 보는 것은 어떤 도구를 썼느냐가 아니다. 정상 종료인가 비정상 종료인가다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학습 목표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srvctl·crsctl·SQL*Plus 의 관리 범위를 구분한다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CRS 가 인스턴스를 다시 올리는 조건을 실측으로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RAC SPFILE 의 sid.parameter 표기를 읽고 쓴다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파라미터를 세 분류로 나누고 각각의 이유를 설명한다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오라클이 막아 주지 않는 위험한 변경을 안다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PDB 의 노드별 열림 상태를 제어하고 진단한다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12.1 세 가지 도구, 세 가지 계층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12.2 SPFILE 의 sid.parameter 표기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12.3 오류 재현 — 같아야 할 것을 한쪽만 바꾸면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12.4 PDB 를 노드별로 열고 닫기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12.5 운영 지침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장이 다루는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익숙한 명령을 다시 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지금까지 srvctl 로 racdb 를 여러 번 올리고 내렸다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그것으로 충분했지만 왜 충분했는지는 안 물었다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srvctl·crsctl·SQL*Plus 는 모두 인스턴스를 내릴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그런데 CRS 의 반응이 다르다 — 잘못 고르면 저절로 올라온다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그리고 RAC SPFILE 에만 있는 표기 하나를 판다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세 가지 도구, 세 가지 계층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srvctl 이 보는 세계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정상 종료와 비정상 종료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crsctl 과 -init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srvctl config 가 알려 주는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CRS 안의 정의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Start options: open / Stop options: immediate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Management policy: AUTOMATIC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Database instances: racdb1,racdb2 / Configured nodes: rac1,rac2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Spfile, Password file, Disk Groups: DATA,FRA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Type: RAC / Database is administrator managed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start 와 stop 의 옵션 차이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설계 의도가 보인다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-startoption / -stopoption — SQL*Plus 인자를 그대로 받는다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-startconcurrency / -stopconcurrency — RAC 전용, 동시 처리 개수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-drain_timeout — 정지 전 세션이 빠질 시간 (stop 에만)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-force — 의존 자원까지 함께 정지 (stop 에만)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-eval — 실행하지 않고 영향만 계산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database 와 instance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하나만 내려도 DB 는 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stop instance -d racdb -i racdb2 → 50.1초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status → racdb1 running, racdb2 not running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gv$instance 가 한 행으로 줄어든다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데이터베이스는 계속 살아 있다 — 이것이 RAC 의 핵심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start instance → 40.6초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TARGET 과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CRS 가 보는 두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crsctl stat res ora.racdb.db -t 의 두 열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TARGET — CRS 가 이것을 어떤 상태로 유지하려 하는가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STATE — 지금 실제로 어떤 상태인가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stop 후 → 2번 인스턴스가 OFFLINE / OFFLINE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둘이 같으면 CRS 는 아무것도 하지 않는다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예상을 확인한다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SQL*Plus 로 내리면?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SQL&gt; shutdown immediate → 54.0초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흔히 "CRS 가 모르니 다시 올릴 것" 이라고 예상한다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실제로 20초 간격 100초 관찰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결과 — TARGET 이 OFFLINE 으로 바뀌었다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pmon 도 계속 0개. CRS 는 다시 올리지 않았다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비정상 종료일 때만 다시 올린다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kill -9 pmon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kill -9 로 racdb2 의 pmon 을 죽인다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[20초] pmon=1 / 2 ONLINE OFFLINE rac2 STARTING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[41초] pmon=1 / 2 ONLINE OFFLINE rac2 STARTING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[61초] pmon=1 / 2 ONLINE ONLINE rac2 Open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TARGET 이 ONLINE 으로 남았고 61초 만에 복구되었다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규칙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도구가 아니라 종료 방식이 가른다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srvctl stop instance → TARGET OFFLINE → 재시작 안 함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SQL*Plus shutdown immediate → TARGET OFFLINE → 재시작 안 함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kill -9 pmon → TARGET ONLINE 유지 → 61초 만에 자동 복구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RESTART_ATTEMPTS=2 — 두 번까지 시도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UPTIME_THRESHOLD=1h — 1시간 정상이면 이력 초기화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그래도 srvctl 을 쓰는 이유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의존 자원까지 순서대로 처리한다 (서비스 등)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어느 노드에서든 실행할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-stopconcurrency, -drain_timeout 같은 RAC 전용 옵션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주의 — srvctl 로 내린 인스턴스는 재부팅해도 안 올라온다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TARGET 이 OFFLINE 이므로 srvctl 로 올려야 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crsctl 이 보는 세계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자원 전체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Local Resources — 노드마다 하나씩 (리스너·네트워크·ONS)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Cluster Resources — 클러스터 차원에서 개수가 정해진다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SCAN 리스너는 하나, ASM 은 카디널리티 3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9장에서 본 "2 OFFLINE" 패턴이 여기서도 보인다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데이터베이스는 이 중 자원 하나일 뿐이다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-init 으로 한 계층 더 아래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CRS 자신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ora.cssd / ora.crsd / ora.evmd / ora.gipcd / ora.gpnpd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ora.cluster_interconnect.haip ← 인터커넥트 진단의 출발점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ora.diskmon 이 OFFLINE 인 것은 정상 (Exadata 전용)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ohasd 가 이들을 올린 뒤에야 일반 자원이 관리된다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ora.asm 은 두 목록에 모두 있다 — 다른 자원이다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SPFILE 의 sid.parameter 표기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단일 인스턴스에 없는 것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인스턴스마다 다른 셋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세 분류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24 / 3 /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이 랩의 기준선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v$spparameter 의 SID 열이 세 종류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* — 모든 인스턴스에 적용 (24개)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racdb1 — 이 인스턴스에만 (3개)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racdb2 — 이 인스턴스에만 (3개)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pfile 로 보면 *.open_cursors=300 / racdb1.thread=1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인스턴스마다 다른 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모두 달라야만 하는 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instance_number — 1 / 2 — 같으면 서로를 자기라고 여긴다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thread — 1 / 2 — 같으면 같은 리두로그에 동시에 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undo_tablespace — UNDOTBS1 / UNDOTBS2 — 같으면 UNDO 를 다툰다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dbca 가 생성 시 자동으로 지정한다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노드를 추가할 때만 새 값을 만들어 준다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파라미터 세 분류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관리 원칙의 뼈대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반드시 같아야 — db_name, db_block_size, control_files, compatible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반드시 달라야 — instance_number, thread, undo_tablespace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것이 권장 — sga_target, processes, open_cursors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첫째는 다르면 같은 DB 로 동작할 수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셋째는 달라도 되지만 동작이 예측하기 어려워진다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양 노드 대조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gv$parameter 로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같음 — cluster_database, compatible, db_block_size, db_name, undo_management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다름 — instance_name, instance_number, thread, undo_tablespace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undo_management 는 AUTO 로 같은데 undo_tablespace 만 다르다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방식은 공통, 대상만 인스턴스별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instance_name 은 SPFILE 에 없는데도 다르다 (ORACLE_SID 에서 결정)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오류 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막아 주는 경우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막지 않는 경우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되돌리기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오라클이 막아 주는 경우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ORA-32016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system set db_block_size=16384 sid='racdb1' scope=spfile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→ ORA-32017 / ORA-32016 parameter cannot be updated in SPFILE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db_name 도 같은 결과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 둘은 DB 생성 시 확정되어 어떤 방법으로도 못 바꾼다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여기까지 보면 "알아서 막아 주는구나" 하고 안심하게 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그런데 막지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경고 하나 없이 통과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system set cluster_database=false sid='racdb1' → System altered.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system set control_files='+DATA/x' sid='racdb1' → System altered.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v$spparameter 를 보면 racdb1 전용 항목이 실제로 생겼다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* 값과 공존하며, 인스턴스별 값이 우선한다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다음에 racdb1 을 기동하면 이 값을 읽는다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이 상태로 재기동하면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다음 사람이 겪는다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control_files='+DATA/x' → 존재하지 않는 경로 → MOUNT 실패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cluster_database=FALSE → 배타적으로 열려다 racdb2 와 충돌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CRS 가 RESTART_ATTEMPTS 만큼 시도한 뒤 포기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무서운 것 — 명령을 내리는 순간에는 아무 일도 없다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scope=spfile 이므로 지금 돌고 있는 인스턴스는 멀쩡하다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왜 오라클은 막지 않는가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정당한 용도가 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cluster_database=FALSE — 업그레이드·복구 시 단일 인스턴스 모드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control_files — 10장의 컨트롤파일 이동 절차가 여기서 시작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명령 자체가 틀린 것이 아니라 지금 이 상황에서 틀린 것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도구는 상황을 모른다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안전장치는 사람 쪽에 있어야 한다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되돌리기는 RESET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값을 다시 쓰는 것이 아니다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system reset cluster_database sid='racdb1' scope=spfile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system reset control_files sid='racdb1' scope=spfile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racdb1 전용 항목이 사라지고 * 만 남는다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RESET 은 항목 자체를 지우는 것 — 상위 * 값이 다시 적용된다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확인 — 24 / 3 / 3 으로 복귀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달라도 되는 것은 통과한다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정상적인 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system set open_cursors=350 sid='racdb1' → System altered.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v$spparameter — * 300 / racdb1 350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노드 하드웨어가 다르거나 부하가 한쪽에 몰릴 때 쓴다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다만 권장은 같게 두는 것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실습 후에는 반드시 RESET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PDB 를 노드별로 열고 닫기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열림 상태는 인스턴스마다 따로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간헐적 오류의 정체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PDB 상태는 인스턴스별이다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gv$pdbs 가 4행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같은 PDB 가 인스턴스마다 한 행씩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데이터파일은 하나인데 여는 상태는 인스턴스마다 다를 수 있다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단일 인스턴스에는 없는 개념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PDB$SEED READ ONLY / RACPDB1 READ WRITE — 양 노드 동일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한 노드에서만 닫으면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상태가 갈린다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rac1 에서 alter pluggable database racpdb1 close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INST_ID 1 → MOUNTED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INST_ID 2 → READ WRITE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인스턴스 지정을 생략하면 실행한 노드에만 적용된다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이것이 다음 슬라이드 함정의 원인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같은 SQL, 다른 결과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ORA-01219 와 정상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rac1 (MOUNTED) → ORA-01219 database or PDB not open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rac2 (READ WRITE) → 정상 조회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session set container 는 양쪽 다 성공한다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컨테이너 전환과 데이터 읽기는 별개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DML 은 ORA-01109 — 오류 번호가 다르다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사용자에게는 이렇게 보인다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간헐적 오류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사용자는 SCAN 으로 접속 — 어느 노드에 붙을지 모른다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 노드로 갈 때만 실패한다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재시도하면 다른 노드로 붙어 성공하기도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"어제는 됐는데 오늘 안 된다" 는 문의의 정체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확인은 gv$pdbs 한 줄 — INST_ID 별 OPEN_MODE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열 때는 instances=all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저장 상태도 인스턴스별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alter pluggable database racpdb1 open instances=all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두 인스턴스 모두 READ WRITE 로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특정 인스턴스만 — instances=('racdb1')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dba_pdb_saved_states 도 인스턴스마다 한 행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SAVE STATE 에도 instances=all 이 필요하다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노드별로 다르게 여는 정당한 용도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의도적이어야 한다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작업 격리 — 무거운 배치를 한 노드에 가둔다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점검 — 한 노드에서 닫고 유지보수, 다른 노드가 서비스 계속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어느 쪽이든 의도적이어야 하고 기록으로 남겨야 한다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그렇지 않으면 다음 사람이 간헐적 오류로 시간을 쓴다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맑은 고딕"/>
              </a:rPr>
              <a:t>12.5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175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FFFFFF"/>
                </a:solidFill>
                <a:latin typeface="맑은 고딕"/>
              </a:rPr>
              <a:t>운영 지침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4114800"/>
            <a:ext cx="5486400" cy="548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도구 선택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SPFILE 원칙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FFFFFF"/>
                </a:solidFill>
                <a:latin typeface="맑은 고딕"/>
              </a:rPr>
              <a:t>•  일상 점검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무엇으로 내리고 올릴 것인가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상황별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계획된 인스턴스 정지 → srvctl stop instance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계획된 DB 전체 정지 → srvctl stop database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자원이 빠듯한 환경 → -stopconcurrency 1 로 순차 처리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클러스터 전체 정지 → crsctl stop crs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단일 인스턴스 모드 작업 → SQL*Plus startup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SPFILE 을 만질 때의 다섯 원칙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순서대로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1 sid= 를 붙이기 전에 세 분류 중 어디인지 확인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2 scope=spfile 로 하고 즉시 반영은 별도로 memory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3 변경 후 항목 수 확인 — 이 랩은 24 / 3 / 3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4 되돌릴 때는 값을 다시 쓰지 말고 RESET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5 재기동 전에 항목을 검토 — 마지막 확인 기회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일상 점검 항목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672"/>
                </a:solidFill>
                <a:latin typeface="맑은 고딕"/>
              </a:rPr>
              <a:t>RAC 특유의 것 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매일 — 양 인스턴스 기동 상태 (srvctl status -v)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매일 — PDB 의 노드별 열림 상태 (gv$pdbs)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주간 — SPFILE 인스턴스별 항목 수 (v$spparameter)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주간 — CRS 자원의 TARGET·STATE 불일치</a:t>
            </a:r>
          </a:p>
          <a:p>
            <a:pPr algn="l"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  <a:latin typeface="맑은 고딕"/>
              </a:rPr>
              <a:t>•  변경 후 — 파라미터 양 노드 대조 (gv$parameter)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맑은 고딕"/>
              </a:rPr>
              <a:t>핵심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CRS 가 보는 것은 도구가 아니라 정상 종료인가 비정상 종료인가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SQL*Plus shutdown immediate 도 TARGET 을 OFFLINE 으로 만든다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kill -9 pmon 은 TARGET ONLINE 유지 → 61초 만에 자동 복구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RESTART_ATTEMPTS=2 / UPTIME_THRESHOLD=1h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srvctl 을 쓰는 이유 — 의존 자원 처리, 원격 실행, RAC 전용 옵션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SPFILE 기준선 24 / 3 / 3, 인스턴스별은 셋뿐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db_name·db_block_size 는 ORA-32016 으로 막힌다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cluster_database·control_files 는 같은 분류인데 통과한다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되돌리기는 값 재작성이 아니라 ALTER SYSTEM RESET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  <a:latin typeface="맑은 고딕"/>
              </a:rPr>
              <a:t>•  PDB 는 노드별로 열리며 어긋나면 간헐적 오류로 나타난다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3984</Words>
  <Application>Microsoft Office PowerPoint</Application>
  <PresentationFormat>와이드스크린</PresentationFormat>
  <Paragraphs>290</Paragraphs>
  <Slides>39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43" baseType="lpstr"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KEONTAE KIM</cp:lastModifiedBy>
  <cp:revision>2</cp:revision>
  <dcterms:created xsi:type="dcterms:W3CDTF">2013-01-27T09:14:16Z</dcterms:created>
  <dcterms:modified xsi:type="dcterms:W3CDTF">2026-10-29T10:15:58Z</dcterms:modified>
  <cp:category/>
</cp:coreProperties>
</file>