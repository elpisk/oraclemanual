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슬라이드가 3장 전체의 동기입니다. 수강생에게 되돌리기 비용을 구체적으로 말해 주십시오. GI 설치가 root.sh 단계에서 실패하면 OCR 과 보팅 파일이 이미 만들어졌을 수 있고, 인벤토리에도 등록되어 있으며, 두 번째 노드에도 소프트웨어가 복사되어 있습니다. deinstall 로 정리하고 남은 흔적을 손으로 지운 뒤 처음부터 다시 해야 합니다. 반나절이 그냥 사라집니다. 반면 cluvfy 를 한 번 더 돌리는 데는 몇 분이면 충분합니다.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설치 전 상태 열이 이 슬라이드의 핵심입니다. VIP 나 SCAN 주소를 미리 인터페이스에 붙여 두는 실수가 실제로 있습니다. 친절하게 준비해 두었다고 생각하지만 cluvfy 는 주소 충돌로 실패시킵니다. 반대로 공용·사설 주소가 없으면 그것도 실패입니다. 설치 전에는 ping VIP 가 응답하지 않아야 정상이라는 점을 분명히 말해 주십시오. 설치 전에는 ping VIP 가 응답하지 않아야 정상이라는 점을 분명히 말해 주십시오. 준비해 두면 오히려 막힙니다.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현장에서 실제로 혼동이 잦습니다. iflist 출력만 보고 두 인터페이스가 모두 사설로 잡혀 있으니 공용 설정이 잘못됐다고 보고하는 경우가 있습니다. Clusterware 의 용도를 확인하려면 반드시 getif 를 봐야 하고, 용도를 바꾸는 명령도 oifcfg setif 입니다. 두 하위 명령이 서로 다른 질문에 답한다는 점을 명확히 해 주십시오. 두 하위 명령이 서로 다른 질문에 답한다는 점을 명확히 해 주십시오.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줄을 강조하십시오. 운영 환경에서는 세 가지를 더 봅니다. 두 노드의 MTU 가 같은지, 점보 프레임을 쓴다면 스위치까지 일관되게 설정됐는지, 인터커넥트 스위치에 다른 트래픽이 흐르지 않는지입니다. 1장의 백업 VLAN 사례를 다시 언급하면 좋습니다. 대역폭이 남는 망이 아니라 지연이 튀면 안 되는 망이라는 원칙입니다. 1장의 백업 VLAN 사례를 다시 언급하면 좋습니다. 대역폭이 남는 망이 아니라 지연이 튀면 안 되는 망이라는 원칙입니다.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두 조건을 동시에 만족시켜야 한다는 점이 핵심이며, 처음 RAC 를 구축할 때 가장 많이 막히는 지점입니다. 저희도 resolv.conf 를 비웠다가 PRVG-2064 를, 외부 DNS 를 넣었다가 PRVG-10048 을 만났습니다. 수강생에게 이 시행착오를 그대로 보여 주는 것이 좋습니다. 정답만 알려 주면 다른 환경에서 변형된 문제를 만났을 때 응용하지 못합니다. 정답만 알려 주면 다른 환경에서 변형된 문제를 만났을 때 응용하지 못합니다.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no-resolv 를 빠뜨리면 dnsmasq 가 resolv.conf 를 상위 DNS 목록으로 읽는데 그 파일이 127.0.0.1 을 가리키므로 자기 자신에게 무한히 묻습니다. 이 함정을 꼭 짚어 주십시오. chattr +i 도 중요합니다. NetworkManager 가 재부팅 때 resolv.conf 를 되돌리면 다음 부팅에서 클러스터가 이름을 풀지 못합니다. 운영 환경에서는 조직 DNS 에 등록하는 것이 정석이지만 요구 조건 자체는 같습니다.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PASSED, WARNING, FAILED 를 구분해 읽는 훈련이 필요합니다. FAILED 는 반드시 해소하고, WARNING 은 판단이 필요합니다. PRVG-11368 처럼 의도적으로 감수하는 것도 있고 swap 크기 경고처럼 성능에 영향을 주는 것도 있습니다. 경고를 무시하기로 했다면 그 판단과 이유를 문서에 남기라고 권하십시오. 다음 사람이 같은 고민을 반복하지 않습니다. 실습 03 에서 이 경고를 직접 확인하고 판단하는 연습을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교재의 사례를 여기서 풀어 주십시오. LUN 매핑 순서가 어긋나 rac1 의 data1 과 rac2 의 data1 이 다른 LUN 을 가리킨 사이트가 있었습니다. 크기가 모두 20GB 라 육안으로 구분되지 않았고 GI 설치까지 통과했습니다. ASM 디스크그룹을 만든 뒤에야 드러났고 헤더가 겹쳐 쓰여 다시 만들어야 했습니다. WWN 대조 한 번이면 막을 수 있었습니다. WWN 대조 한 번이면 막을 수 있었습니다. 이름이 같다고 같은 디스크가 아니라는 말을 표어로 삼아도 좋습니다.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교재의 udev 규칙이 크기로 용도를 가르는 이유가 여기 있습니다. 4GB 는 crs, 20GB 는 data, 12GB 는 fra, 그 밖은 제외입니다. 100GB 인 sda 는 어느 조건에도 걸리지 않아 자동으로 빠집니다. 운영 환경에서는 멀티패스 디바이스 이름이나 LUN 번호로 구분하는 편이 더 명확합니다. 어느 방식이든 OS 디스크를 확실히 제외하는 장치가 규칙 안에 있어야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때 ls -l 이 아니라 ls -lL 을 쓰라고 강조하십시오. -L 이 없으면 심볼릭 링크 자체의 권한(lrwxrwxrwx)만 보이고 실제 디바이스 파일의 권한은 보이지 않습니다. brw-rw---- 와 grid:asmadmin 이 확인되어야 ASM 이 디스크를 열 수 있습니다. 그리고 scsi_id 가 빈 값을 돌려주면 vmx 의 disk.EnableUUID 를 확인합니다. 그리고 scsi_id 가 빈 값을 돌려주면 vmx 의 disk.EnableUUID 를 확인합니다. 그 설정이 없으면 WWN 자체가 나오지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파일에 무엇이 적혀 있느냐가 아니라 커널이 지금 무슨 값을 쓰고 있느냐가 기준입니다. cluvfy 도 유효값을 봅니다. 여러 파일에 같은 항목이 흩어져 있으면 마지막에 읽힌 값이 이깁니다. sysctl -n 으로 확인하는 습관을 들이게 하십시오. preinstall 패키지가 있는데도 수동으로 또 넣어 중복이 생긴 것이 이 실습 환경의 상태입니다. 값이 같아 문제는 없지만 알고는 있어야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값 하나로 며칠을 헤매는 사이트가 있습니다. 증상이 간헐적이고 어느 계층에도 명확한 로그가 남지 않기 때문입니다. 준비 단계에서 sysctl -n net.ipv4.conf.all.rp_filter 한 번이면 확인됩니다. 축출 조사에서 원인을 못 찾을 때 이 값을 꼭 확인하라고 일러 주십시오. 20장의 축출 분석에서도 점검 항목으로 다시 나옵니다. 20장의 축출 분석에서도 점검 항목으로 다시 나옵니다. 준비 단계에서 한 번만 확인하면 되는 값입니다.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GID 고정의 이유를 구체적으로 설명해 주십시오. 공유 스토리지에 파일을 만들면 소유자와 그룹이 숫자로 기록됩니다. 노드마다 GID 가 다르면 한 노드에서 만든 파일을 다른 노드가 다른 그룹의 것으로 인식합니다. ASM 디스크 권한도 마찬가지입니다. 그래서 groupadd 에 -g 로 번호를 명시하는 것이 관례입니다. ASM 디스크 권한도 마찬가지입니다. 그래서 groupadd 에 -g 로 번호를 명시하는 것이 관례입니다.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두 실행 파일이 다르다는 점을 짚어 주십시오. 설치 전에는 Grid 홈에 bin/cluvfy 가 아직 없으므로 미디어 루트의 runcluvfy.sh 를 씁니다. 설치가 끝나면 Grid 홈의 bin/cluvfy 를 쓰며 PATH 에 들어 있습니다. 같은 검사를 하지만 실행 방식이 다릅니다. comp 하위 명령은 문제를 좁혀 갈 때 매우 유용하니 목록을 익혀 두게 하십시오. comp 하위 명령은 문제를 좁혀 갈 때 매우 유용하니 목록을 익혀 두게 하십시오.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표가 두 개로 나오는 이유를 설명해 주십시오. 위는 공용 네트워크, 아래는 사설 네트워크입니다. 두 대역이 별도로 검사되므로 어느 쪽에 문제가 있는지 바로 드러납니다. MTU 검사가 포함되어 있다는 점도 중요합니다. 앞에서 말한 MTU 불일치 문제를 cluvfy 가 직접 확인해 줍니다. 멀티캐스트는 Clusterware 가 노드 발견에 쓰므로 막혀 있으면 클러스터가 형성되지 않습니다. 멀티캐스트는 Clusterware 가 노드 발견에 쓰므로 막혀 있으면 클러스터가 형성되지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cluvfy 출력은 계층적으로 쌓입니다. 맨 위는 어떤 검사가 실패했는지, 아래로 갈수록 구체적인 원인입니다. 습관적으로 첫 줄만 읽고 대응하면 엉뚱한 곳을 고치게 됩니다. 아래에서 위로 읽는 훈련을 시켜 주십시오. 이 원칙은 cluvfy 뿐 아니라 Oracle 의 다른 오류 스택에도 그대로 적용됩니다. 이 원칙은 cluvfy 뿐 아니라 Oracle 의 다른 오류 스택에도 그대로 적용됩니다.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다섯 가지는 남의 사례가 아니라 이 교재의 실습 환경에서 실제로 난 오류입니다. 그 점을 말해 주면 수강생의 태도가 달라집니다. 특히 cvuqdisk 설치 시 CVUQDISK_GRP 환경 변수를 지정하지 않으면 그룹이 잘못 잡혀 다시 걸린다는 점을 짚어 주십시오. 사소해 보이지만 두 번 실행하게 만드는 함정입니다. 사소해 보이지만 두 번 실행하게 만드는 함정입니다. 실습 07 에서 이 절차를 그대로 따라갑니다.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등가성이 깨지는 흔한 원인도 함께 알려 주십시오. 홈 디렉터리나 .ssh 권한이 넓으면 SSH 가 보안상 키를 신뢰하지 않고 그냥 암호를 묻습니다. 오류 메시지가 그 사실을 알려 주지 않아 원인을 찾기 어렵습니다. ~ 는 755 이하, .ssh 는 700, authorized_keys 는 600 이어야 합니다. 원인을 못 찾을 때는 ssh -vvv 로 상세 로그를 봅니다. 원인을 못 찾을 때는 ssh -vvv 로 어느 키를 시도했고 왜 거부됐는지 상세 로그를 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첫 두 가지가 압도적으로 잦습니다. SSH 는 홈이나 .ssh 권한이 넓으면 보안상 키를 신뢰하지 않는데, 오류 메시지가 그 사실을 알려 주지 않고 그냥 암호를 묻습니다. 원인을 찾기 어려운 이유입니다. ls -ld 로 세 경로의 권한을 한 번에 확인하는 습관을 들이게 하십시오. 그래도 안 되면 ssh -vvv 로 어느 키를 시도했고 왜 거부됐는지 상세 로그를 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CTSS 는 작은 시각 차이를 보정하지만 처음부터 크게 벌어져 있으면 설치가 실패합니다. 설치 전에 양쪽에서 date 를 찍어 비교하고 필요하면 수동으로 맞춥니다. hosts 파일은 한쪽에만 오타가 있거나 줄 하나가 빠진 경우가 실제로 많으니 scp 로 한쪽을 복사하거나 diff 로 대조하는 것이 안전합니다. hostname 이 FQDN 을 돌려주는 것은 정상이지만 hostname -s 가 짧은 이름을 줘야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11g 를 오래 다룬 관리자일수록 이 부분에서 막힙니다. 예전에는 미디어를 stage 디렉터리에 풀고 runInstaller 를 실행하면 설치 관리자가 지정한 홈으로 복사해 주었습니다. 12c 부터 이미지 기반 설치로 바뀌어 압축을 푼 자리가 곧 홈이 됩니다. 그래서 홈 디렉터리를 먼저 만들고 소유권을 grid 로 준 다음 그 안에서 unzip 하는 순서가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표를 그대로 출력해 체크리스트로 쓰라고 안내하십시오. 열일곱 항목을 모두 통과한 뒤에 gridSetup.sh 를 실행합니다. 실무에서는 이 점검을 두 사람이 나눠 하거나 한 사람이 하고 다른 사람이 확인하는 방식을 권합니다. 준비 단계의 실수는 설치 중간에야 드러나고 그때는 되돌리는 비용이 큽니다. 몇 분 더 쓰는 것이 훨씬 쌉니다. 준비 단계의 실수는 설치 중간에야 드러나고 그때는 되돌리는 비용이 큽니다. 몇 분 더 쓰는 것이 훨씬 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8GB 를 정확히 맞췄는데 미달로 나오는 상황이 당황스럽습니다. 게스트가 보고하는 MemTotal 은 하이퍼바이저가 가져가는 몫을 뺀 값이라 요구치에 살짝 못 미칩니다. 여유를 두고 잡는 것이 답입니다. 확인은 awk 로 /proc/meminfo 의 MemTotal 을 MB 로 환산해 보면 됩니다. 스왑 부족은 대개 경고로 처리되어 설치를 막지는 않지만 운영 환경에서는 채워 두는 편이 좋습니다.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3장과 4장의 경계를 분명히 해 주십시오. 3장은 준비가 끝났는지 판정하는 것으로 마칩니다. 4장은 그 준비 위에서 실제로 설치하고 검증합니다. 수강생에게 지금 시점에서 자기 환경의 점검표를 한 번 채워 보게 하면 좋습니다. 실습 07 의 cluvfy 전체 점검이 그 역할을 합니다. 통과하지 못한 항목이 있다면 4장으로 넘어가기 전에 해소해야 합니다. 통과하지 못한 항목이 있다면 4장으로 넘어가기 전에 반드시 해소해야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Oracle 19c Real Application Clusters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698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C0392B"/>
                </a:solidFill>
                <a:latin typeface="맑은 고딕"/>
              </a:rPr>
              <a:t>클러스터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설치 준비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5778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C0392B"/>
                </a:solidFill>
                <a:latin typeface="맑은 고딕"/>
              </a:rPr>
              <a:t>네트워크·이름 해석·공유 디스크·커널·등가성, 그리고 cluvfy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학습 목표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공용·사설 네트워크의 요건과 설치 전에 갖춰야 할 주소 상태를 설명한다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oifcfg getif 와 iflist 가 서로 다른 것을 말한다는 점을 구분한다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이름 해석의 두 조건을 알고 dnsmasq 로 함께 만족시키는 방법을 안다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공유 디스크를 WWN 으로 대조하고 udev 로 이름을 고정한다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preinstall 패키지가 넣는 값과 rp_filter 의 중요성을 설명한다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SSH 등가성을 BatchMode 로 정확히 검증한다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cluvfy 로 준비 상태를 판정하고 실패 항목을 해소한다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3.1 네트워크 두 벌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3.2 이름 해석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3.3 공유 디스크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3.4 커널 파라미터와 계정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3.5 cluvfy — 준비가 끝났는지 판정한다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3.6 SSH 등가성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3.7 준비 단계에서 자주 놓치는 것들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3.8 준비 완료 점검표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3.1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</a:rPr>
              <a:t>네트워크 두 벌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114800"/>
            <a:ext cx="54864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무엇이 몇 개 필요한가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설치 전 주소 상태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oifcfg 두 출력의 차이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두 네트워크의 분리 확인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왜 준비에 한 장을 쓰는가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비용의 비대칭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RAC 설치 사고의 대부분이 준비 부족에서 시작된다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설치 중간 실패는 되돌리는 비용이 크다 — OCR·보팅·인벤토리·양 노드 소프트웨어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설치 전 문제를 찾는 비용은 훨씬 작다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그래서 cluvfy 실패를 남긴 채 gridSetup.sh 를 실행하지 않는다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이 실습 환경도 준비 단계에서 다섯 가지에 걸렸다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필요한 주소와 설치 전 상태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이 표가 준비의 절반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공용 IP — 노드마다 1개, OS 가 올린다, 설치 전 이미 붙어 있어야 한다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사설 IP — 노드마다 1개 이상, OS 가 올린다, 설치 전 붙어 있어야 한다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VIP — 노드마다 1개, Clusterware 가 올린다, 이름만 등록 주소는 비어 있어야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SCAN IP — 1~3개, Clusterware 가 올린다, 이름만 등록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HAIP — 설치 후 자동 생성(169.254.0.0/16)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oifcfg 의 두 출력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정반대로 보이지만 모순이 아니다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getif — ens160 은 cluster_interconnect,asm / ens33 은 public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iflist -p -n — ens33 도 ens160 도 PRIVATE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getif 는 Clusterware 가 등록한 용도다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iflist 의 PRIVATE 은 RFC 1918 사설 대역이라는 주소 성격이다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172.16.225.x 도 사설 대역이라 PRIVATE 으로 분류된다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두 네트워크가 정말 분리되어 있는가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라우팅과 인터페이스 지정 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ip route 로 대역이 서로 다른 인터페이스에 묶였는지 본다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172.16.225.0/24 는 ens33, 172.16.119.0/24 는 ens160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기본 경로는 ens33 에만 있다 — 인터커넥트는 밖으로 나갈 일이 없다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ping -I ens33 rac2 / ping -I ens160 rac2-priv 로 각 경로를 확인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ping 이 통한다고 준비가 끝난 것은 아니다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3.2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</a:rPr>
              <a:t>이름 해석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114800"/>
            <a:ext cx="54864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등록해야 할 일곱 이름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hosts 만으로 부족한 이유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dnsmasq 해법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SCAN 과 PRVG-11368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이름 해석의 두 조건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hosts 만으로도 외부 DNS 만으로도 부족하다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조건 1 — resolv.conf 에 네임서버가 지정되어 있을 것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조건 2 — 그 네임서버가 클러스터 노드 이름을 풀 수 있을 것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hosts 만 쓰면 조건 1 실패 → PRVG-2064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외부 DNS 만 쓰면 조건 2 실패 → PRVG-10048, PRVF-5636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이 실습 환경에서 두 번 헛짚은 뒤에 알아낸 사실이다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dnsmasq 로 두 조건을 함께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설정 항목마다 이유가 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expand-hosts — hosts 의 짧은 이름에 도메인을 붙여 FQDN 으로도 응답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domain / local — 이 도메인은 상위로 넘기지 않고 직접 답한다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no-resolv — resolv.conf 를 상위 DNS 로 읽지 않는다(빼면 무한 참조)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listen-address=127.0.0.1 — 로컬에서만 응답, 외부에 노출하지 않는다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resolv.conf 는 nameserver 127.0.0.1, chattr +i 로 고정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SCAN 이 IP 하나면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PRVG-11368 은 경고이지 실패가 아니다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cluvfy comp scan 실행 결과 WARNING (PRVG-11368)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A SCAN is recommended to resolve to 3 or more IP addresses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그러나 마지막 줄은 Verification of SCAN was successful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왜 세 개인가 — 하나면 그 IP 를 든 노드가 죽을 때 접속 공백이 생긴다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실습 환경은 학습 목적이라 하나로 충분하다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3.3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</a:rPr>
              <a:t>공유 디스크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114800"/>
            <a:ext cx="54864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WWN 으로 대조한다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OS 디스크의 함정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udev 규칙의 구조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용량 요건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크기가 같다고 같은 디스크가 아니다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WWN 으로 대조한다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두 노드에서 scsi_id -g -u -d 로 WWN 을 뽑아 나란히 놓는다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실습 환경: sdb~sdi 여덟 개의 WWN 이 양쪽에서 정확히 일치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이것이 공유 스토리지가 제대로 붙었다는 증거다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크기만 보면 20GB 짜리 셋을 서로 바꿔 짚어도 알 수 없다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이름이 같다고 같은 디스크가 아니다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OS 디스크의 함정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링크드 클론에서는 WWN 도 같다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실습 환경의 sda(100GB) WWN 이 두 노드에서 동일하다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클론이 원본의 디스크 식별자를 물려받았기 때문이다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데이터는 각자 따로 쓰지만 식별자는 같게 보인다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WWN 만으로 거르면 OS 디스크가 udev 규칙에 들어갈 수 있다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그러면 ASM 헤더를 OS 디스크에 써서 노드가 깨진다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udev 규칙 한 줄 읽기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WWN 을 RESULT 로 매칭한다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KERNEL=="sd?" — sda~sdz 형태에만 적용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PROGRAM=="scsi_id -g -u -d $devnode" — 이 명령을 실행해 결과를 얻는다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RESULT=="&lt;WWN&gt;" — 그 결과가 이 값일 때만 아래를 적용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SYMLINK+="asmdisk/crs1" — /dev/asmdisk/crs1 링크 생성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OWNER="grid" GROUP="asmadmin" MODE="0660" — ASM 이 열 수 있게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3.4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</a:rPr>
              <a:t>커널과 계정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114800"/>
            <a:ext cx="54864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preinstall 패키지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rp_filter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그룹과 기본 그룹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preinstall 패키지가 해 주는 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파일이 아니라 유효값이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oracle-database-preinstall-19c 가 sysctl 과 limits 를 넣어 준다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/etc/sysctl.d/99-oracle-database-preinstall-19c-sysctl.conf — 14개 항목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/etc/security/limits.d/oracle-database-preinstall-19c.conf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수동으로 sysctl.conf 에 같은 값을 또 넣으면 중복이다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확인은 sysctl -n 의 현재 유효값으로 한다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rp_filter 가 특히 중요하다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증상이 고약하다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net.ipv4.conf.all.rp_filter 는 반드시 2(느슨)여야 한다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1(엄격)이면 인터커넥트 패킷이 커널에서 버려질 수 있다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인터페이스가 여럿이고 HAIP 가 169.254 대역을 함께 쓰기 때문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증상 — ping 은 되는데 노드가 간헐적으로 축출된다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네트워크는 정상이라 하고 DB 로그에도 원인이 남지 않는다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그룹과 기본 그룹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GID 를 고정하는 이유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열 개 그룹을 54321~54330 으로 고정 생성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두 노드에서 번호가 같아야 공유 스토리지 소유권 판정이 맞는다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grid 와 oracle 의 기본 그룹은 모두 oinstall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설치 관리자가 설치 사용자 기본 그룹과 인벤토리 그룹이 같을 것을 요구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이 조건을 놓쳐 실제로 INS-13013 에 걸렸다(4장)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3.5-3.6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</a:rPr>
              <a:t>cluvfy 와 등가성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114800"/>
            <a:ext cx="54864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명령 체계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comp 로 좁혀 보기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실패 항목 해소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SSH 등가성 검증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cluvfy 명령 체계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설치 전과 후가 다르다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설치 전 — 미디어의 runcluvfy.sh stage -pre crsinst -n rac1,rac2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설치 후 — Grid 홈의 cluvfy stage -post crsinst -n rac1,rac2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항목별 — comp scan / nodereach / nodecon / ocr / vdisk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runcluvfy.sh 는 Oracle 소프트웨어 없이도 동작하도록 만들어졌다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전체 점검은 시간이 걸리므로 확인할 항목만 comp 로 좁힌다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comp nodecon 이 보여 주는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주소 쌍 전체와 MTU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공용 대역의 모든 주소 쌍을 하나씩 검사한다(VIP·SCAN 포함)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사설 대역은 별도 표로 검사한다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MTU 최대 크기 패킷이 서브넷을 통과하는지 확인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서브넷 마스크 일관성 검사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멀티캐스트 224.0.0.251 통신 확인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오류는 아래에서 위로 읽는다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세 줄이 원인을 좁혀 준다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PRVF-4083 : Node reachability check failed from node rac1  ← 결과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PRKN-1034 : Failed to retrieve IP address of host rac9      ← 원인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unknown host exception for host rac9                        ← 근본 원인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맨 아래 줄이 진짜 원인이다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확인할 것 — 철자, /etc/hosts 등록, DNS 가 그 이름을 아는가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실습 환경이 걸린 다섯 가지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모두 실제로 난 오류다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PRVF-7530 물리 메모리 부족 → memsize 8192 에서 9216 으로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PRVG-11550 cvuqdisk 없음 → CVUQDISK_GRP=oinstall 로 설치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PRVG-13606 / PRVG-1017 시간 동기 → NTP 제거하고 CTSS 에 맡김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PRVG-2064 / PRVG-10048 이름 해석 → dnsmasq 도입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해소 후 Pre-check for cluster services setup was successful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SSH 등가성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BatchMode 로 검증해야 의미가 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grid 와 oracle 두 계정 모두, 자기 자신 포함 4방향 이상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ssh -o BatchMode=yes 는 암호를 물어야 하면 즉시 실패한다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이 옵션 없이 검증하면 사람이 암호를 넣어 통과한 것처럼 보인다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설치 관리자는 사람이 개입할 수 없는 조건에서 실행된다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사설 이름(rac1-priv, rac2-priv)까지 포함해 확인한다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준비에서 문제를 찾는 비용이 설치 중 실패를 되돌리는 비용보다 훨씬 작다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공용·사설 주소는 미리 붙어 있어야, VIP·SCAN 주소는 비어 있어야 한다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oifcfg getif 는 Clusterware 용도, iflist 의 PRIVATE 은 RFC 1918 대역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이름 해석은 네임서버 존재와 노드 이름 해석 두 조건을 함께 만족해야 한다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SCAN 이 IP 하나면 PRVG-11368 경고, 실패는 아니다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공유 디스크는 크기가 아니라 WWN 으로 대조한다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링크드 클론에서는 OS 디스크 WWN 도 같다 — 크기나 LUN 으로 제외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udev 는 RESULT 로 WWN 을 매칭하고 grid:asmadmin 0660 을 준다. 확인은 ls -lL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preinstall 패키지가 sysctl·limits 를 넣는다. 기준은 sysctl -n 유효값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rp_filter 는 반드시 2 — 1 이면 간헐적 축출을 일으킨다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그룹은 GID 고정, 두 계정의 기본 그룹은 oinstall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오류는 아래에서 위로 읽는다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등가성은 BatchMode 로 4방향 검증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퀴즈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Q1. 설치 전 VIP 주소로 ping 이 응답하면 무슨 문제인가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Q2. getif 는 public, iflist 는 PRIVATE — 모순인가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Q3. hosts 에 다 넣었는데 PRVG-2064 가 난다. 무엇이 부족한가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Q4. 두 노드에서 디스크 크기가 같으면 공유가 제대로 된 것인가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Q5. 링크드 클론에서 OS 디스크 WWN 이 같은 이유와 위험은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Q6. ping 은 되는데 간헐적 축출이 난다. 먼저 볼 커널 파라미터는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Q7. ssh 는 되는데 설치 관리자가 등가성 오류를 낸다. 검증 방법의 문제는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실습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01 네트워크 요건 확인 — 주소, oifcfg 두 출력, 경로 분리, 25분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02 이름 해석 검증 — hosts 7개, dnsmasq, 정·역방향, 25분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03 cluvfy 로 SCAN 점검 — PRVG-11368, 존재하지 않는 노드 오류, 20분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04 공유 디스크 인식 확인 — WWN 양 노드 대조, OS 디스크 함정, 30분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05 udev 규칙과 권한 — 규칙 구조, ls -lL, 두 노드 대조, 25분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06 커널 파라미터와 계정 — preinstall, sysctl -n, 그룹, 25분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07 cluvfy 전체 점검 — nodecon, stage -pre/-post crsinst, 35분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모든 실습이 조회·확인이며 클러스터 구성을 바꾸지 않는다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3.7-3.8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</a:rPr>
              <a:t>자주 놓치는 것과 점검표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114800"/>
            <a:ext cx="54864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등가성이 깨지는 경로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준비 단계의 함정 여섯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19c 의 달라진 점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준비 완료 점검표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등가성이 깨지는 흔한 경로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메시지가 원인을 알려 주지 않는다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홈 디렉터리 권한이 넓다 → 키를 무시하고 암호를 묻는다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.ssh 700 / authorized_keys 600 이 아니다 → 같은 증상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호스트 키 변경 → Host key verification failed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SELinux enforcing → 키 인증이 막힌다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새 노드 추가 후 모든 노드의 authorized_keys 를 갱신하지 않았다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준비 단계에서 자주 놓치는 것 여섯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점검표에 넣어 둔다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두 노드의 시각이 처음부터 몇 분씩 벌어져 있다 — date 로 대조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/etc/hosts 가 두 노드에서 미세하게 다르다 — diff 로 대조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firewalld 가 살아 있다 — 인터커넥트 포트가 막힌다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SELinux 가 enforcing — 설치는 통과해도 운영 중 거부가 난다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hostname -s 가 짧은 이름을 돌려주는지 확인 — Clusterware 는 짧은 이름을 쓴다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19c 에서 달라진 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미디어를 홈에 직접 푼다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19c 의 gridSetup.sh 와 runInstaller 는 자기가 있는 디렉터리를 홈으로 삼는다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별도 위치에 풀고 복사하는 방식은 지원되지 않는다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최종 Grid 홈 경로에 직접 풀고 그 안에서 실행한다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cd /u01/app/19.3.0/grid &amp;&amp; unzip -q 19c_grid_linux.zip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11g 이전 방식(별도 stage 디렉터리)을 그대로 쓰면 막힌다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준비 완료 점검표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17개 항목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주소 — 공용·사설 존재, VIP·SCAN 은 비어 있음, 경로 분리, 인터페이스 ping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이름 — 7개 정방향, SCAN 역방향, resolv.conf 에 네임서버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디스크 — WWN 양 노드 일치, /dev/asmdisk 권한 grid:asmadmin 0660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커널·계정 — sysctl 유효값(rp_filter=2), limits, 그룹 GID, 기본 그룹 oinstall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마무리 — cvuqdisk 두 노드, 시간 동기, SSH 등가성 4방향, cluvfy successful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용량 요건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실제로 걸린 것은 메모리였다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Grid 홈 12GB 이상 / DB 홈 7.5GB 이상 / /tmp 1GB 이상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물리 메모리 8GB 이상 — 실습 환경이 여기서 걸렸다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memsize 8192MB 는 하이퍼바이저 예약분 때문에 근소하게 미달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PRVF-7530 : Sufficient physical memory is not available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조치 — vmx 의 memsize 를 9216 으로 올리고 재기동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이 장을 끝내면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다음은 실제 설치다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열일곱 항목 점검표를 통과했다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cluvfy stage -pre crsinst 가 successful 로 끝났다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남은 경고는 무엇이고 왜 감수하는지 문서에 남겼다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4장에서 응답 파일을 만들고 gridSetup.sh -silent 를 실행한다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root.sh 의 노드 순서가 왜 중요한지도 4장에서 다룬다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