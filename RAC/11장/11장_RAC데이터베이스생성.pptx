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장의 무게를 먼저 알려 주십시오. 실습 04 하나에 25분이 걸리고 자원 소모가 큽니다. 그리고 반드시 강조할 것이 있습니다. 이 랩에서 호스트에 다른 가상 머신을 띄운 채 dbca 를 돌렸다가 노드 부하가 139까지 올라 양 노드가 축출되고 생성이 7% 지점에서 중단된 적이 있습니다. 실습 전에 다른 가상 머신을 내리는 것이 이 장에서 가장 중요한 준비라는 점을 처음부터 못 박아 두십시오.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명령의 역할이 다릅니다. crsctl 은 CRS 스택 자체가 정상인지, olsnodes 는 각 노드가 클러스터 멤버로 활성인지를 봅니다. 6이라는 숫자는 노드당 CRS·CSS·EVM 세 줄씩 두 노드분입니다. olsnodes 는 dbca 에 넣을 노드 이름을 확인하는 용도로도 씁니다. 여기 나온 이름을 그대로 -nodelist 에 넣어야 하며, 임의로 FQDN 을 붙이면 일치하지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항목 모두 실측 근거가 있습니다. 메모리를 양 노드에서 봐야 하는 이유는 RAC 에서는 노드마다 인스턴스가 뜨기 때문입니다. 한 노드만 보고 진행하면 두 번째 인스턴스에서 실패합니다. 부하와 호스트 자원 두 항목은 이 랩에서 실제로 실패를 겪고 추가한 것입니다. 일반적인 설치 문서에는 없지만 가상 환경 실습에서는 결정적입니다. 물리 서버 환경이라면 부하 항목만 확인하면 되고 호스트 가상 머신 항목은 해당되지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랩에서 실제로 관찰되는 차이입니다. /etc/oratab 에는 이 노드를 만들 때 쓴 템플릿 VM 에서 물려받은 이름들이 남아 있습니다. CRS 에 등록되지 않았으므로 RAC 데이터베이스가 아닙니다. 실무에서도 단일 인스턴스를 RAC 으로 전환한 환경이라면 이런 흔적이 남아 있을 수 있습니다. 어느 목록을 봐야 하는지 분명히 알아 두게 하십시오. 10장의 ORA-01157 사례와 같은 계열의 함정입니다.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두 항목이 핵심입니다. -databaseConfigType 을 빠뜨리면 아무 오류 없이 단일 인스턴스 데이터베이스가 만들어집니다. 25분이 지난 뒤에야 그것을 알게 되므로 실행 전에 반드시 확인해야 합니다. -adminManaged 와 -policyManaged 의 차이도 짚어 주십시오. 앞은 관리자가 직접 대응을 정하고 뒤는 서버 풀에 맡깁니다. 2노드 환경에서는 관리자 관리가 단순합니다.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9장의 asmca 도움말 함정과 같은 계열입니다. 실제로 이 오류를 만나 명령을 고친 경험이 이 슬라이드의 근거입니다. 구분 기준을 알려 주십시오. 인자 이름에 Name 이 들어가면 식별자를 받고 Destination 이나 Location 이 들어가면 경로를 받습니다. 경로라면 ASM 표기 규칙이 그대로 적용되므로 + 가 필요합니다. 이 규칙은 다른 오라클 도구에도 대체로 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경고와 오류를 구분해 읽는 훈련입니다. WARNING 은 진행되고 FATAL 은 멈춥니다. 로그에 메시지가 많이 나올 때 이 구분을 못 하면 정상 진행 중인 작업을 실패로 오해합니다. 권고값의 근거도 설명하십시오. FRA 에는 백업과 아카이브 로그가 쌓이므로 데이터베이스 크기의 3배를 권합니다. 실습에서는 그 용도로 쓰지 않아 작게 줘도 무방하지만, 운영에서 이 경고를 무시하면 나중에 FRA 가 가득 차 아카이브가 멈춥니다.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메시지가 다섯 개라고 문제가 다섯 개인 것이 아닙니다. 다섯 가지 검사가 모두 같은 원인 하나를 가리킵니다. rac3 이라는 노드가 존재하지 않는다는 것입니다. 검사 순서를 따라 읽으면 자연스럽게 이해됩니다. 서버 풀 확인, SSH 연결, 소프트웨어 존재, Grid 구성, 노드 접근성 순입니다. 첫 번째만 WARNING 이고 나머지 넷은 FATAL 이며, 하나라도 FATAL 이면 진행하지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사전 검증의 가치를 짚어 주십시오. 만약 검증 없이 진행했다면 25분 뒤에 실패하고 정리할 잔여물까지 남았을 것입니다. 흔한 실수 두 가지도 알려 주십시오. rac1.localdomain 처럼 FQDN 을 쓰면 olsnodes 의 rac1 과 일치하지 않아 같은 오류가 납니다. 그리고 -nodelist 에는 노드 이름을, -sid 에는 인스턴스 접두어를 넣습니다. 이 랩에서는 각각 rac1,rac2 와 testdb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선택의 이유를 밝히는 것이 중요합니다. totalMemory 800 은 운영 값이 아닙니다. 이 랩의 노드 메모리가 8.6GB 이고 racdb 가 상당 부분을 쓰고 있어 여유가 크지 않기 때문입니다. -ignorePreReqs 에 대해서는 경고를 분명히 하십시오. 이미 정상 동작하는 클러스터라 전제 조건이 충족된 상태여서 생략한 것이고, 새 환경이라면 cluvfy 로 사전 점검을 통과시킨 뒤 진행해야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단계 이름을 읽는 법을 가르치십시오. Copying database files 가 가장 길고 I/O 가 집중되는 구간이라 여기서 부하가 가장 높습니다. Creating cluster database views 는 단일 인스턴스 생성에는 없는 RAC 전용 단계로 GV$ 계열 뷰를 만듭니다. 진행률이 41%에서 53%로 건너뛰는 것처럼 단계마다 폭이 다른 것도 정상입니다.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이 장에서 가장 실용적입니다. 같은 명령, 같은 인자인데 결과가 완전히 갈렸습니다. 차이는 호스트에 다른 가상 머신이 떠 있었느냐 하나뿐입니다. 가상 환경에서 RAC 실습을 할 때 자원 경합이 얼마나 결정적인지 보여 주는 사례입니다. 생성 중에 부하를 감시하고 일정 값을 넘으면 dbca 를 중단시키는 것도 방법이라고 권하십시오. 클러스터가 무너지는 것보다 생성 실패가 낫습니다.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25분짜리 작업이므로 다른 창에서 로그를 따라가는 방법을 알려 주는 것이 실용적입니다. 화면 출력이 멈춘 것처럼 보여도 로그는 계속 갱신됩니다. grep -oE '[0-9]+% complete' 로 마지막 진행률만 뽑아 보는 요령도 소개하십시오. 실패한 실행도 기록이 남으므로 무엇을 몇 번 시도했는지 사후에 추적할 수 있습니다. 이 랩의 로그 디렉터리에도 이전에 만들었다 지운 데이터베이스들의 흔적이 남아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9장에서 asmca 가 디스크그룹을 만들면서 CRS 자원을 함께 등록한 것과 같은 구조입니다. Oracle 의 구성 도구들은 CRS 등록까지 함께 처리합니다. 이것이 수동으로 데이터베이스를 만들 때와 크게 다른 점입니다. 수동 생성 시에는 srvctl add database 로 직접 등록해야 하고 그 단계를 빠뜨리면 CRS 가 관리하지 못합니다. 그러면 노드 재부팅 후 자동으로 올라오지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이것이 "RAC 인가" 를 판정하는 첫 번째이자 가장 중요한 기준입니다. 인스턴스가 둘이라는 것만으로는 부족합니다. 서로 다른 노드에 있고 리두 스레드가 달라야 합니다. 스레드마다 CURRENT 가 하나씩 있는 것도 확인시키십시오. 각 인스턴스가 독립적으로 로그 스위치를 한다는 뜻이며, 10장과 12장에서 다룬 구조가 새로 만든 데이터베이스에도 그대로 적용됩니다. 노드를 추가하면 세 번째 스레드를 만들어야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12장에서 racdb 로 배운 구조가 새 데이터베이스에도 똑같이 나타나는 것을 확인하는 슬라이드입니다. UNDO 가 둘인 것 자체가 RAC 이라는 증거입니다. 단일 인스턴스라면 하나뿐입니다. 공통 항목 수가 23과 24로 다른 것도 짚어 주십시오. 생성 옵션이 달라서이며, 이 숫자는 절대값이 아니라 그 데이터베이스의 기준선으로 쓰는 값입니다. 각 데이터베이스마다 따로 기록해 두어야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대비표가 검증의 기준을 정리해 줍니다. 위 넷 중 하나라도 어긋나면 생성이 잘못된 것이고, 아래 것들이 다른 것은 문제가 아닙니다. 마지막 줄을 특히 강조하십시오. 둘 다 dbca 로 만들었는데 PDB 저장 상태가 다릅니다. racdb 쪽은 누군가 나중에 저장했기 때문이며, 이것이 다음 절의 주제입니다. 새로 만든 데이터베이스에서 반드시 확인해야 할 항목입니다.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조회를 반드시 함께 보여 주십시오. 첫 번째만 보면 정상이라고 판단하게 됩니다. 두 번째 조회가 비어 있다는 것이 핵심이며, 이것이 dbca 가 하지 않는 일입니다. 12장에서 racdb 를 조회했을 때는 두 행이 있었는데 그것은 누군가 나중에 저장했기 때문입니다. 수강생에게 저장 상태가 없으면 재기동 후 어떻게 될지 예상해 보게 하고, 다음 슬라이드에서 실측으로 확인시키십시오.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예상을 확인하는 슬라이드입니다. 양 노드 모두 MOUNTED 로 바뀌었습니다. 여기서 증상의 애매함을 짚어 주십시오. 데이터베이스는 정상적으로 올라와 있고 srvctl status 도 Open 이라고 하며 리스너도 정상입니다. 그런데 사용자가 접속하면 실패합니다. 12장에서 본 ORA-01219 와 ORA-01109 가 이때 나오며, 양 노드가 닫혀 있어 간헐적이 아니라 항상 실패합니다.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여는 것과 그 상태를 저장하는 것이 별개의 작업이라는 점을 분명히 하십시오. 두 명령 모두 instances=all 을 붙여야 합니다. 12장에서 다룬 대로 저장 상태도 인스턴스별로 기록되므로, 한 노드에서만 저장하면 그 노드에서만 자동으로 열립니다. 결과적으로 노드별 상태가 어긋나는 12장의 증상이 재기동 후에 나타나며, 간헐적 오류라 진단이 어렵습니다. 두 명령을 한 세트로 외워 두게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항목 중 4와 5가 자주 빠집니다. 4는 dbca 가 하지 않는 일이라 사람이 챙겨야 하고, 5는 데이터가 없는 지금이 가장 위험이 낮은 시점이기 때문입니다. 운영 데이터가 들어간 뒤에 처음 재기동하면 그때 문제가 드러나고 되돌리기 어렵습니다. 신규 데이터베이스 인수인계 문서에 이 다섯 줄을 그대로 넣어 두라고 권하십시오. 인수받는 쪽에서도 같은 항목으로 검수하면 누락이 사라집니다.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메시지 중 두 번째가 더 값집니다. DBT-05511 은 오타를 알려 줄 뿐이지만 DBT-11503 은 삭제 작업의 전제 조건을 알려 줍니다. 데이터베이스가 이미 내려가 있다면 먼저 올린 뒤 지우는 편이 깔끔합니다. 내려간 상태로 지우면 로컬 파일 정리가 불완전해질 수 있습니다. dbca 는 실행 노드를 기준으로 다른 노드까지 정리하므로 한 번만 실행하면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시간 차이의 이유를 10장과 연결해 설명하십시오. 데이터파일 생성과 삭제의 차이와 같은 이유입니다. 만들 때는 블록을 초기화하지만 지울 때는 참조를 끊습니다. 진행률이 55%에서 시작하는 것도 언급할 만합니다. 앞의 절반은 화면에 표시되지 않는 준비 단계이며, 이것을 모르면 절반쯤 진행되다 멈춘 것으로 오해할 수 있습니다. 로그에는 앞 단계도 기록되므로 필요하면 그쪽을 확인하면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ASM 빈 디렉터리가 남는 이유를 7장과 연결하십시오. ASM 디렉터리는 파일이 만들어질 때 자동으로 생기지만 파일이 없어져도 자동으로 사라지지 않습니다. 0MB 라 공간을 차지하지는 않지만 남겨 두면 다음 사람이 "이 데이터베이스가 아직 있나" 하고 혼란스러워합니다. asmcmd du 로 0MB 임을 확인한 뒤 지우면 안전합니다. 로그는 반대로 보존을 권합니다. 용량이 크지 않고 사후 추적에 쓸모가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랩에서 실제로 겪은 상황입니다. 7% 지점에서 중단시켰을 때 CRS 자원과 ASM 디렉터리, 양 노드의 admin 디렉터리가 남아 있었습니다. 순서가 중요하다는 점을 강조하십시오. CRS 자원을 먼저 지워야 합니다. 파일을 먼저 지우면 CRS 가 없는 파일을 찾으며 오류를 냅니다. -force 가 필요한 이유는 자원이 정상 상태가 아니기 때문이며, -noprompt 는 확인 질문을 건너뜁니다.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 후 숫자가 완전히 같지 않은 것을 어떻게 판단할지 알려 주는 슬라이드입니다. 디스크그룹에 파일을 만들고 지우면 익스텐트 맵과 디렉터리 항목이 갱신되면서 소량이 소비됩니다. +CRS 쪽 감소는 OCR 에 자원을 등록하고 해제한 흔적입니다. 판단 기준을 제시하십시오. 10~30MB 수준은 정상이고 수백 MB 이상 벌어져 있으면 잔여 파일을 찾아야 합니다. 그때는 asmcmd du 로 디스크그룹을 훑어 어디가 차 있는지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Oracle 19c Real Application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</a:rPr>
              <a:t>RAC 데이터베이스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맑은 고딕"/>
              </a:rPr>
              <a:t>명령은 한 줄이다. 어려운 것은 무엇을 넣을지와 결과가 정말 RAC 인지 확인하는 일이다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생성 전에 무엇을 점검해야 하는지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dbca 를 RAC 으로 만드는 인자 셋을 구분한다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도움말 표기의 함정 두 가지를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생성 결과가 RAC 인지 여섯 기준으로 검증한다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dbca 가 하지 않는 일 하나를 안다 (PDB 저장 상태)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삭제 후 남는 것과 실패 시 수동 정리 순서를 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11.1 생성 전 점검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11.2 dbca 무인 모드의 인자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11.3 오류 재현 — 노드 목록이 틀리면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11.4 dbca -silent 실행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11.5 생성 결과 검증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11.6 PDB 를 양쪽 노드에서 확인하기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11.7 삭제와 잔여물 정리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장의 성격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이 과정에서 가장 무겁다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지금까지 racdb 는 처음부터 있었다 — 쓰기만 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장에서 데이터베이스를 하나 더 만들고, 끝나면 지운다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실측 생성 시간 24분 54초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부하 관리가 이 장에서 가장 중요한 준비다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 이 단일 인스턴스와 다른 셋 — 인스턴스·리두 스레드·UNDO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생성 전 점검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클러스터·공간·메모리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부하와 호스트 자원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클러스터가 건강한가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두 가지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crsctl check cluster -all | grep -c "is online" → 6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olsnodes -n -s -t → rac1 Active / rac2 Active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한 노드가 내려가 있으면 dbca 는 건너뛰거나 실패한다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어느 쪽이든 원하는 결과가 아니다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공간·메모리·부하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셋 다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디스크그룹 — USABLE_FILE_MB 기준 (9장에서 배운 대로)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메모리 — free -m 의 available, **양 노드 모두**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부하 — cat /proc/loadavg 첫 값이 4 미만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호스트 — 다른 가상 머신을 내렸는가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기존 데이터베이스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두 목록이 다를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config database → racdb (CRS 에 등록된 것)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/etc/oratab → orcl, PROD, KNH (템플릿 VM 의 흔적)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목록이 다르다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 에서 신뢰할 목록은 srvctl 쪽이다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dbca 무인 모드의 인자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RAC 전용 인자 셋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도움말의 함정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RAC 을 RAC 으로 만드는 인자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-databaseConfigType RAC — 없으면 단일 인스턴스가 만들어진다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-nodelist rac1,rac2 — 노드가 둘 이상이어야 인스턴스도 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-adminManaged — 관리자가 인스턴스·노드 대응을 정한다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나머지 — storageType, diskGroupName, totalMemory 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도움말의 함정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DBT-06007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-recoveryAreaDestination FRA → [FATAL] DBT-06007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명령에서 -diskGroupName DATA 는 + 없이 통과했다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차이 — 앞은 디스크그룹 "이름", 뒤는 "경로"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경로에는 ASM 표기인 + 가 필요하다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인자 이름이 Name 인지 Destination 인지 보면 구분된다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도움말의 함정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DBT-06801 은 경고다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FRA 5,000MB 지정 → [WARNING] DBT-06801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권고는 데이터베이스 크기(2,384MB)의 3배 = 7,152MB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경고이지 오류가 아니다 — 생성은 그대로 진행된다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실습에서는 공간을 아끼려 일부러 작게 줬다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운영에서는 백업·아카이브가 들어가므로 권고를 따른다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오류 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노드 목록이 틀리면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없는 노드를 넣어 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다섯 메시지, 8.9초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-nodelist rac1,rac3 (rac3 은 존재하지 않는다)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DBT-01402 — 서버 풀에 있는지 확인 불가 (경고)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INS-06006 — 암호 없는 SSH 안 됨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DBT-14505 — RAC 소프트웨어 없음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DBT-14105 — Grid Infrastructure 구성 안 됨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DBT-14104 — 노드에 접근 불가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아무것도 만들지 않고 멈춘다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이것이 다행이다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8.9초 만에 중단 — 25분을 낭비하지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잔여물이 남지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인자만 고쳐 다시 실행하면 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흔한 실수 — FQDN 사용, 노드명과 인스턴스명 혼동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dbca -silent 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진행 단계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부하 감시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실행 명령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선택의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-totalMemory 800 / -redoLogFileSize 20 — 랩 자원에 맞춰 축소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-emConfiguration NONE / -sampleSchema false — 생성 시간 단축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-createAsContainerDatabase true -pdbName testpdb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-ignorePreReqs — 이 랩은 racdb 가 이미 정상이므로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운영에서 -ignorePreReqs 를 습관적으로 쓰면 안 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진행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이름이 무엇을 하는지 알려 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Prepare for db operation → 7%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Copying database files — 가장 길다, I/O 집중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Creating cluster database views — RAC 전용 단계 (GV$ 생성)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Completing Database Creation → 60%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Creating Pluggable Databases → 80%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Executing Post Configuration Actions → 100%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부하를 감시하며 실행한다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두 실행의 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다른 VM 을 내린 뒤 — load 3.4 ~ 7.4, 24분 54초에 정상 완료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다른 VM 이 떠 있을 때 — 4.9분 42.8 / 8분 122.6 / 10분 139.4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후자는 양 노드가 축출되고 7% 지점에서 중단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차이는 호스트의 여유 CPU 하나뿐이었다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로그는 어디에 남는가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진행을 따라갈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cfgtoollogs/dbca/testdb/ 아래 단계별 로그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testdb0.log — 진행률이 기록된다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PDBCreation.log 처럼 단계 이름이 파일명에 드러난다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상위에는 실행 시각이 붙은 silent.log / trace.log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데이터베이스를 지워도 로그는 남는다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11.5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생성 결과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여섯 기준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racdb 와 비교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CRS 자원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dbca 가 함께 처리한다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crsctl stat res ora.testdb.db -t → 양 노드 ONLINE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config database → racdb, testdb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status database -d testdb -v → 두 인스턴스 Open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별도 등록 작업이 필요 없다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인스턴스 둘, 스레드 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진짜 검증은 여기서부터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gv$instance — testdb1@rac1 THREAD# 1 / testdb2@rac2 THREAD# 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v$log — 4개, 20MB, 스레드당 2개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스레드마다 CURRENT 가 하나씩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THREAD# 가 같으면 두 인스턴스가 같은 리두로그를 다툰다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UNDO 둘, SPFILE 인스턴스별 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나머지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dba_tablespaces — UNDOTBS1, UNDOTBS2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gv$parameter undo_tablespace — 1번 UNDOTBS1, 2번 UNDOTBS2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v$spparameter sid&lt;&gt;'*' — 각 인스턴스에 3항목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instance_number, thread, undo_tablespace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공통 항목은 23개 (racdb 는 24개 — DB 마다 다르다)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racdb 와 나란히 놓고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무엇이 공통이고 무엇이 선택인가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 이면 공통 — 인스턴스 2, 스레드 2, UNDO 2, SPFILE 인스턴스별 3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 마다 다름 — SPFILE 공통 항목 (24 vs 23)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생성 옵션 — 리두 크기 (200MB vs 20MB), 다중화 (2벌 vs 1벌)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사람이 해야 함 — PDB 저장 상태 (2행 vs 0행)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PDB 를 양쪽 노드에서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dbca 가 하지 않는 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생성 직후에는 정상이다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그런데 하나가 빠져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gv$pdbs — 양 노드 TESTPDB READ WRITE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여기까지만 보면 아무 문제가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dba_pdb_saved_states → no rows selected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dbca 는 PDB 를 열어 두기만 하고 상태를 저장하지 않는다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재기동하면 MOUNTED 로 남는다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실측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stop database → 43.8초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start instance testdb1 → 30.2초 / testdb2 → 34.6초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gv$pdbs → 양 노드 TESTPDB **MOUNTED**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CDB 는 열렸는데 PDB 는 닫혔다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시점에 애플리케이션은 동작하지 않는다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두 명령이 필요하다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열기와 저장은 별개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pluggable database testpdb open instances=all;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pluggable database testpdb save state instances=all;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둘 다 instances=all — 저장 상태도 인스턴스별로 기록된다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dba_pdb_saved_states → testdb1 OPEN / testdb2 OPEN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다음 재기동부터 자동으로 열린다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생성 후 점검표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dbca 가 끝나도 작업은 안 끝났다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 CRS 자원이 양 노드 ONLINE 인가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2 인스턴스 둘, 스레드 둘인가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3 UNDO 가 인스턴스 수만큼 있는가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4 PDB 를 열고 **상태를 저장했는가** ← dbca 는 안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5 재기동 시험을 했는가 ← 생성 직후가 가장 좋은 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11.7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삭제와 잔여물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무엇이 남는가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실패했을 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오류 재현 — 없는 DB 를 지우려 하면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경고가 더 중요하다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DBT-05511 — Specified database (nosuchdb) does not exist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DBT-11503 — 로컬에 인스턴스가 돌고 있어야 완전한 삭제가 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뒤엣것이 실무에서 더 중요하다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삭제는 인스턴스가 살아 있는 노드에서 실행한다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삭제는 2.2분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만드는 것의 10분의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dbca -silent -deleteDatabase -sourceDB testdb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진행률이 55%에서 시작한다 (앞 절반은 준비 단계)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Updating network configuration files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Deleting instances and datafiles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생성 24분 54초 vs 삭제 2.2분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무엇이 지워지고 무엇이 남는가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둘이 남는다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지워짐 — CRS 등록·자원, 데이터파일, admin 디렉터리, oratab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남음 1 — ASM 의 빈 디렉터리 (+DATA/TESTDB, 0MB)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남음 2 — cfgtoollogs 로그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앞은 asmcmd rm -rf 로 정리, 뒤는 보존 권장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생성이 중간에 실패했다면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수동 정리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dbca -deleteDatabase 가 동작하지 않을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 srvctl remove database -d &lt;db&gt; -force -noprompt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2 제거 확인 (srvctl config, crsctl stat res)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3 asmcmd rm -rf +DATA/&lt;DB&gt; (+FRA 도 확인)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4 양 노드의 admin 디렉터리 삭제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5 /etc/oratab 확인  6 디스크그룹 여유 확인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기준선 복귀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소량의 차이는 정상이다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+FRA 23,636MB — 생성 전과 정확히 같다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+DATA 56,896MB — 생성 전 56,906보다 10MB 적다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+CRS 11,300MB — 생성 전 11,324보다 24MB 적다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차이는 잔여 파일이 아니라 메타데이터다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수십 MB 단위로 벌어져 있다면 그때는 잔여 파일을 찾는다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RAC 을 만드는 인자 셋 — databaseConfigType RAC, nodelist, adminManaged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-diskGroupName 은 DATA, -recoveryAreaDestination 은 '+FRA'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DBT-06801 은 경고이고 DBT-06007 은 오류다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없는 노드를 넣으면 8.9초에 다섯 메시지, 아무것도 안 만든다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생성 24분 54초 — 호스트 VM 을 내리지 않으면 부하 139로 축출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검증 여섯 — CRS·인스턴스·스레드·리두로그·UNDO·SPFILE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SPFILE 공통 항목은 DB 마다 다르고 인스턴스별 3개는 같다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dbca 는 PDB 를 열지만 저장하지 않는다 → 재기동 시 MOUNTED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open instances=all 과 save state instances=all 둘 다 필요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삭제 2.2분, ASM 빈 디렉터리와 로그는 남는다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