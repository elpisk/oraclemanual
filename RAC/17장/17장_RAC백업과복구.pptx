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2CBDCD-331D-4409-B712-5C8EFB0EFE87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DABB2D-8114-443B-9C33-D2F033CD6B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32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과정의 전환점임을 알려 주는 슬라이드입니다. 여기까지가 돌아가게 만드는 이야기였다면 이제부터는 지키는 이야기입니다. 명령이 같다는 점을 먼저 안심시키고 다른 두 가지에 집중하게 하십시오. 13장에서 리두 스레드를 다루며 살아남은 인스턴스가 죽은 스레드를 읽어 복구한다고 했는데, 그 과정을 이 장에서 알럿 로그로 직접 관찰합니다. 개념을 실측으로 확인하는 장이며, 13장과 17장이 하나로 이어지는 지점입니다.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시작 상태를 확인하는 것이 첫 단계입니다. 10장의 제약을 떠올리게 하면 왜 전환이 필요한지가 자연스럽게 이해됩니다. 두 파라미터를 특히 강조하십시오. db_recovery_file_dest 가 ASM 디스크그룹이라는 것이 RAC 에서 가장 중요한 조건입니다. 양 노드가 같은 ASM 을 보므로 어느 노드가 만든 아카이브든 다른 노드가 읽습니다. log_archive_format 의 %t 는 스레드 번호입니다.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절차의 핵심은 인스턴스가 하나만 MOUNT 되어 있어야 한다는 것입니다. 다섯 단계를 순서대로 외우게 하기보다 그 조건을 이해시키는 것이 낫습니다. 다른 인스턴스가 떠 있으면 오라클이 거부하므로 실수로 잘못될 여지는 크지 않습니다. srvctl 로 내리고 sqlplus 로 올린다는 점도 짚어 주십시오. 12장에서 다룬 두 도구의 차이가 여기서 실제로 쓰이며, 마지막에 다시 srvctl 로 돌아온다는 것도 함께 확인시키십시오.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오래된 자료를 그대로 따르다 불필요한 위험을 만드는 흔한 사례입니다. 12장에서 cluster_database=FALSE 를 한쪽만 설정하는 것이 통과했던 실습을 상기시키면 왜 피해야 하는지가 분명해집니다. 마지막 줄의 시간 배분도 짚어 주십시오. 명령 자체는 1.2 초이고 기동과 정지가 시간을 다 씁니다. 유지보수 창을 잡을 때 이 비율이 그대로 적용됩니다. 전체 3 분 남짓이며 그중 명령 자체는 1 초입니다.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파일 이름을 직접 보여 주는 것이 이 슬라이드의 전부입니다. log_archive_format 의 %t 가 실제로 어떻게 나타나는지를 눈으로 확인하면 왜 그 지시자가 필수인지 설명이 필요 없어집니다. 마지막 줄이 다음 절의 전제입니다. 두 노드가 같은 개수를 본다는 것은 아카이브가 공유 스토리지에 있다는 뜻이며, 그 전제가 깨지면 무슨 일이 생기는지를 17.2 절에서 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 가 차서 데이터베이스가 멈추는 사고는 실무에서 흔합니다. 크기 산정의 근거를 13장의 실측과 연결해 주면 추상적인 이야기가 구체적이 됩니다. 그리고 RAC 특유의 함정을 짚으십시오. 단일 인스턴스 기준으로 계산하면 절반만 잡게 됩니다. SPACE_RECLAIMABLE 열을 함께 보는 습관도 권하십시오. 0 인데 사용량이 계속 늘면 백업이나 삭제가 밀리고 있다는 뜻입니다.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scope=memory 를 쓰는 이유를 짚어 주십시오. 위험한 설정을 시험할 때의 원칙이며 SPFILE 에 남지 않습니다. 12장에서 cluster_database 를 한쪽만 바꿔 본 것과 같은 형태입니다. 파일 이름이 달라지는 것도 흥미로운 관찰입니다. ASM 은 thread_1_seq_23 형식으로 짓는데 파일시스템에서는 log_archive_format 이 그대로 적용됩니다.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구조가 이 실습의 핵심입니다. 기록은 공유되고 파일은 공유되지 않는 상태입니다. 10장의 ORA-01157 사례와 나란히 놓으면 같은 함정이 계층을 바꿔 반복된다는 것이 보입니다. 그때는 데이터파일이었고 여기서는 아카이브입니다. crosscheck 출력에서 +FRA 아카이브는 모두 succeeded 이고 로컬 셋만 failed 라는 대비를 확인시키십시오. RMAN 은 이 셋을 EXPIRED 로 표시합니다.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세 문제를 구체적인 장면으로 설명하십시오. 특히 두 번째가 치명적입니다. 아카이브를 로컬에 둔 노드가 하드웨어 장애로 죽으면 그 구간의 리두가 영영 사라지고, 그 시점을 넘어 복구할 수 없습니다. 첫 번째도 운영에서 실제로 겪는 제약입니다. 백업 서버나 스케줄러가 노드를 고르지 못하고 특정 노드에 묶입니다. 세 번째는 복구 절차가 길어지고 실수 여지가 커진다는 문제입니다. 수동 복사를 잊으면 복구가 중간에 멈춥니다.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실습 중 실제로 만난 오류이며 이 장에서 가장 값진 발견입니다. 되돌린다고 한 행동이 더 큰 문제를 만들었습니다. 처음에 파라미터가 비어 있었을 때는 지정된 적이 없는 상태였고 db_recovery_file_dest 가 암묵적으로 쓰였는데, 한 번 지정한 뒤 빈 값으로 바꾸면 그 암묵적 동작이 돌아오지 않습니다. 지정되지 않은 상태와 빈 값으로 지정된 상태는 다르다는 것이 이 슬라이드의 교훈입니다.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마지막 줄이 실무에서 가장 중요합니다. 아카이브 대상을 건드린 뒤 검증하지 않으면 리두가 다 찬 뒤에야 알게 되고, 그때는 인스턴스가 이미 멈춰 있습니다. ISSPECIFIED 열은 파라미터를 원래대로 돌릴 때 무엇이 원래였는지 확인하는 도구이며 FALSE 면 지정된 적이 없다는 뜻입니다. 12장에서 SPFILE 항목을 RESET 으로 지운 방법과 이어지며, scope 를 무엇으로 바꿨는지에 따라 되돌리는 방법이 달라진다는 점도 짚어 주십시오.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마지막 줄이 중요한 구분입니다. 15장에서 서비스 동작을 검증할 때는 SCAN 을 써야 한다고 했는데 여기서는 반대로 특정 인스턴스를 지목해야 하므로 VIP 를 씁니다. 규칙을 기계적으로 외우면 이런 경우에 막힙니다. 왜 SCAN 을 쓰는지, 왜 VIP 를 쓰는지를 이해하면 상황에 맞게 고를 수 있습니다. 로컬 리스너가 그 노드의 인스턴스만 등록한다는 15장의 사실이 근거입니다.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채널 할당 메시지를 반드시 확인하게 하십시오. 접속 문자열이 틀려도 RMAN 은 어딘가에 붙어서 백업을 수행하므로 명령이 성공했다는 것만으로는 분산되었는지 알 수 없습니다. instance= 부분이 서로 다른지가 유일한 증거입니다. 실측에서 전체 82.0 초에 여섯 개의 백업셋이 두 채널에서 번갈아 완료되었고, 데이터파일 배분은 RMAN 이 알아서 했습니다. 관리자가 어느 파일을 어느 채널에 줄지 정하지 않아도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노드가 둘이니 채널도 둘이면 된다는 단순한 생각을 바로잡는 슬라이드입니다. 채널 수는 노드 수와 무관하며 그 노드의 자원이 정합니다. 11장의 사고를 상기시키면 백업도 같은 위험을 안고 있다는 것이 실감납니다. 압축 여부도 함께 판단하게 하십시오. as compressed backupset 은 I/O 를 줄이는 대신 CPU 를 더 씁니다. 스토리지가 병목이면 이득이고 CPU 가 병목이면 손해입니다.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검증 방법 자체를 절차로 만들어 두라고 권하십시오. 한 노드에서 만든 백업을 다른 노드에서 validate 해 성공하면 어느 노드에서든 복구에 쓸 수 있습니다. 실패하면 무언가 로컬에 있는 것이므로 백업 경로, 아카이브 경로, 스냅숏 컨트롤파일 위치를 차례로 확인합니다. 17.2 절의 validation failed 와 나란히 놓으면 대비가 선명해집니다. 데이터파일 백업만이 아니라 아카이브까지 함께 검증하라고 권하십시오.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파일 이름에 인스턴스 번호가 붙어 있고 경로가 로컬이라 처음 보면 문제로 보입니다. 그런데 임시 파일이므로 대개 문제가 없습니다. 언제 옮겨야 하는지의 기준을 명확히 해 주십시오. 여러 노드에서 동시에 백업을 시작하면 두 노드가 각자의 스냅숏을 쓰게 되어 리사이즈 작업이 겹칠 때 문제가 생길 수 있습니다. 이 랩처럼 한 노드에서 시작하고 채널만 나누는 구성에서는 기본값 그대로 두어도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두 복구를 처음부터 구분해 주는 것이 중요합니다. 이름이 비슷해 혼동하기 쉽지만 잃은 것이 완전히 다릅니다. ESTIMATED_MTTR 를 미리 조회해 두면 실제 복구 시간과 비교할 수 있어 관찰의 재미가 커집니다. 13장에서 개념으로만 다룬 것을 여기서 실제로 보게 된다고 예고하십시오. 예측과 실측이 얼마나 맞는지가 이 절의 관전 포인트이며, 지표를 신뢰할 수 있는지 판단하는 훈련이기도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재구성과 인스턴스 복구가 다른 단계라는 것을 구분해 주십시오. 재구성은 클러스터 멤버십과 캐시 퓨전 자원을 정리하는 일이고 그다음에 리두 적용이 시작됩니다. GRD 가 얼어 있는 동안은 블록을 주고받을 수 없으므로 짧은 정지가 생깁니다. incarnation 번호가 4 에서 6 으로 올라가는 것도 짚어 주면 클러스터가 이 사건을 어떻게 기록하는지 이해됩니다. 재구성 자체는 0.1 초로 매우 빠릅니다.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각 줄을 순서대로 짚어 가며 읽는 것이 이 슬라이드의 목적입니다. 복구 시작점이 마지막 체크포인트라는 점을 특히 강조하십시오. 체크포인트가 자주 일어날수록 이 구간이 짧아지고 복구가 빨라집니다. 0.93 초라는 실측이 앞서 조회한 ESTIMATED_MTTR 1 초와 거의 일치한다는 것도 확인시키면 그 지표를 신뢰할 근거가 생깁니다. 예측값이 맞는다는 것을 한 번 확인해 두면 실무에서 그 값으로 영향 시간을 가늠할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13장에서 리두 멤버를 +DATA 와 +FRA 에 나눠 둔 것이 여기서 실제로 쓰입니다. 디스크그룹 하나를 잃어도 복구가 가능하다는 설계가 알럿 로그에 그대로 드러납니다. 마지막 줄도 설명해 주십시오. 복구가 끝났으므로 그 스레드를 잠시 비활성화하고, racdb2 가 다시 뜨면 다시 활성화됩니다. 13장에서 다룬 enable/disable thread 가 여기서 자동으로 일어납니다.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구분이 장애 보고서를 쓸 때 결정적입니다. 두 숫자를 섞으면 영향 범위를 잘못 설명하게 됩니다. 살아 있는 인스턴스에 붙은 세션은 1 초 미만만 영향을 받고, 죽은 인스턴스의 세션은 아예 끊어집니다. 15·16장에서 다룬 서비스 이동과 FAN·AC 가 그 끊어진 세션을 다룬다는 것을 연결해 주면 과정 전체가 이어집니다. 세 장이 하나의 장애를 서로 다른 층에서 다루고 있는 셈입니다.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두 뷰가 다른 값을 보이는 것이 이 슬라이드의 관찰 포인트입니다. 어느 것이 맞느냐가 아니라 각각 무엇을 아는지가 다릅니다. 복구가 필요하다는 판단은 컨트롤파일이 합니다. 그리고 오프라인을 먼저 하는 이유도 실무적으로 중요합니다. 온라인 상태의 데이터파일은 ASM 이 사용 중으로 보아 삭제를 막을 수 있습니다. 순서를 바꾸면 삭제가 실패하거나 예기치 않은 오류를 만납니다.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17.2 절의 로컬 아카이브 사례와 대비시키면 좋습니다. 그때는 한 노드에서만 문제였고 여기서는 양 노드가 같습니다. 공유 스토리지의 양면입니다. 어느 노드에서든 읽을 수 있다는 이점의 반대쪽입니다. 그리고 장애 범위가 그 데이터파일에 한정된다는 점을 강조하십시오. 다른 테이블스페이스는 정상이고 두 인스턴스 모두 OPEN 을 유지하므로 데이터베이스를 내리지 않고 복구할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두 단계가 왜 나뉘어 있는지 설명하십시오. 백업 시점과 장애 시점 사이의 변경이 리두에 있으므로 둘 다 필요합니다. 운영에서는 recover 단계가 훨씬 오래 걸린다는 점도 미리 알려 주십시오. 마지막 줄은 ASM 특유의 동작입니다. 파일시스템이라면 같은 경로에 덮어쓰지만 ASM 은 새 파일을 만들고 컨트롤파일의 참조를 갱신합니다. 복구 후 파일 이름이 달라져 있어도 놀라지 않도록 미리 알려 두십시오.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컨트롤파일 다중화가 13장의 리두 멤버 다중화와 같은 원리라는 것을 짚어 주십시오. 디스크그룹 하나를 잃어도 살아남습니다. 자동 백업이 기본값 ON 이라는 것도 중요합니다. 앞 절의 백업 출력 끝에 붙어 있던 그 메시지가 이것이며, 별도로 설정하지 않아도 보호되고 있습니다. 백업할 때뿐 아니라 데이터베이스 구조가 바뀔 때도 만들어집니다. 다만 누군가 껐다면 복원할 것이 없으므로 확인해 두어야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장에서 가장 조심해야 할 발견입니다. 이름에 restore 가 들어 있어 읽기 전용처럼 느껴지지만 복원 위치를 CRS 에 알려 주는 것까지가 이 명령의 동작입니다. 백업만 했을 때는 바뀌지 않았다는 대조가 원인을 특정해 줍니다. 실행 중인 인스턴스가 영향을 받지 않는다는 점이 오히려 위험합니다. 검증한 그날은 아무 문제가 없고 몇 주 뒤 계획 정지 후 재기동에서 드러나므로 진단하기 가장 어려운 종류의 사고입니다.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컨트롤파일을 실제로 지우는 실습은 위험하므로 이 방법으로 대신합니다. 실제 복구 절차와 같은 명령을 쓰면서 비파괴적이라는 것이 이 방법의 장점입니다. 복원한 파일에 인스턴스별 접두어가 온전히 있다는 것도 확인시키십시오. 12장에서 다룬 racdb1. 과 racdb2. 표기가 백업에도 그대로 보존되며, 이것이 복원 후 두 인스턴스가 각자의 설정을 되찾는 근거입니다. 4608 바이트라는 크기도 함께 확인하게 하십시오.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랩에서는 실행하지 않고 절차만 익힙니다. RAC 특유의 주의점을 강조하십시오. 3 단계 전에 다른 인스턴스가 완전히 내려가 있어야 합니다. 하나만 살아 있어도 컨트롤파일을 잡고 있어 복원이 실패합니다. DBID 를 미리 기록해 두어야 한다는 점도 반드시 짚으십시오. 컨트롤파일이 없으면 데이터베이스가 자기 DBID 를 모릅니다. RMAN 접속 시 출력되는 값이며 운영 문서 첫 페이지에 적어 두는 것이 관례입니다.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삭제 정책을 걸어 두지 않으면 언젠가 FRA 가 차고 데이터베이스가 멈춥니다. BACKED UP 1 TIMES TO DISK 가 출발점이라고 알려 주십시오. 그러면 FRA 가 찰 때 오라클이 백업된 아카이브를 자동으로 지웁니다. Data Guard 구성이라면 스탠바이 적용 여부까지 조건에 넣어야 합니다. 스탠바이에 아직 적용되지 않은 아카이브를 지우면 그쪽 복제가 끊깁니다. ADG 과정과 이어지는 지점입니다.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세 번째가 이 장에서 얻은 항목입니다. 17.2 절에서 STATUS 가 INACTIVE 가 되어 ORA-16014 가 났고, 그 상태를 미리 잡아 줍니다. 네 번째와 다섯 번째가 RAC 특유입니다. 백업이 유효해도 한 노드에서만 유효하면 반쪽이고, 스레드마다 시퀀스가 독립적이므로 한 스레드만 끊길 수 있습니다. 전체를 뭉뚱그려 세면 그 끊김이 보이지 않으므로 반드시 thread# 로 group by 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장은 유일하게 기준선을 바꾸고 끝나는 장입니다. 왜 되돌리지 않는지 분명히 설명하십시오. 백업과 복구가 가능한 데이터베이스의 정상 구성이기 때문입니다. 대신 아카이브가 계속 쌓이므로 정기적으로 지우거나 삭제 정책을 걸어 두어야 한다는 조건이 붙습니다. 나머지는 모두 원래대로 돌려놓는다는 원칙은 그대로이며, 이 장에서도 실습 테이블스페이스와 백업을 모두 지웠습니다.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13장에서 노드를 추가할 때 스토리지 쪽에서 준비할 셋을 다뤘습니다. 리두 그룹 생성, 스레드 활성화, UNDO 생성과 지정이었습니다. 그것이 18장에서 전체 절차의 일부로 다시 나옵니다. 그리고 이 과정에서 가장 위험한 실습이 18장이라는 점도 미리 알려 두십시오. 노드를 실제로 빼고 다시 넣으므로 되돌리지 못하면 랩을 재구축해야 합니다. 시작 전에 백업과 스냅숏을 준비하라고 강조하십시오.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Oracle 19c Real Application Clusters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69848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3400" b="1" dirty="0">
                <a:solidFill>
                  <a:srgbClr val="C0392B"/>
                </a:solidFill>
                <a:latin typeface="맑은 고딕"/>
              </a:rPr>
              <a:t>RAC</a:t>
            </a:r>
            <a:r>
              <a:rPr lang="ko-KR" altLang="en-US" sz="3400" b="1" dirty="0">
                <a:solidFill>
                  <a:srgbClr val="C0392B"/>
                </a:solidFill>
                <a:latin typeface="맑은 고딕"/>
              </a:rPr>
              <a:t>백업과 복구</a:t>
            </a:r>
            <a:endParaRPr sz="3400" b="1" dirty="0">
              <a:solidFill>
                <a:srgbClr val="C0392B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백업과 복구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C0392B"/>
                </a:solidFill>
                <a:latin typeface="맑은 고딕"/>
              </a:rPr>
              <a:t>명령은 같다. 다른 것은 스레드별 아카이브와 인스턴스 복구다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학습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RAC 의 백업이 단일 인스턴스와 무엇이 다른지 안다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ARCHIVELOG 전환 절차를 RAC 방식으로 수행한다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아카이브를 로컬에 두면 무엇이 깨지는지 직접 확인한다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채널을 두 인스턴스에 나눠 분산 백업을 수행한다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인스턴스 복구 과정을 알럿 로그로 읽는다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미디어 복구와 컨트롤파일·SPFILE 복구 절차를 익힌다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17.1 아카이브 구성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17.2 오류 재현 — 아카이브를 로컬 경로에 두면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17.3 노드 분산 백업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17.4 백업 검증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17.5 인스턴스 복구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17.6 미디어 복구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17.7 컨트롤파일과 SPFILE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여기서부터는 지키는 이야기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16장까지와 무엇이 다른가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16장까지 — 클러스터·스토리지·인스턴스·서비스·클라이언트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17장 — 그 모든 것이 담긴 데이터를 지킨다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RMAN 명령 자체는 단일 인스턴스와 같다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다른 것 하나 — 아카이브가 스레드별로 생긴다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다른 것 둘 — 인스턴스 복구가 있다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17.1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아카이브 구성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NOARCHIVELOG 에서 시작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스레드별 아카이브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이 랩은 NOARCHIVELOG 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dbca 의 기본값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select log_mode from v$database → NOARCHIVELOG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10장에서 온라인 데이터파일 복사가 막혔던 이유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아카이브 없이는 온라인 백업도 시점 복구도 안 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db_recovery_file_dest = +FRA (14007MB)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log_archive_format = %t_%s_%r.dbf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ARCHIVELOG 전환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인스턴스 하나만 MOUNT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srvctl stop database -d racdb (전부 내린다)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한 노드에서 startup mount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alter database archivelog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alter database open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srvctl start instance -d racdb -i racdb2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cluster_database 를 FALSE 로 바꿔야 하는가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11gR2 부터는 아니다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옛 자료에는 그렇게 되어 있다 (9i·10g 시절)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11gR2 부터 필요 없다. 조건은 하나만 MOUNT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12장에서 그 변경이 오라클에 막히지 않는 것을 확인했다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위험한 변경을 굳이 할 이유가 없다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실측 — 정지 65.7초, MOUNT 31.8초, 전환 1.2초, 두 번째 기동 69.7초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스레드별로 아카이브가 생긴다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%t 가 이렇게 나타난다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+FRA/RACDB/ARCHIVELOG/2026_09_04/thread_1_seq_18.265...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+FRA/RACDB/ARCHIVELOG/2026_09_04/thread_2_seq_13.261...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파일 이름에 thread_1 / thread_2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시퀀스도 스레드마다 독립적 (13장의 V$LOG 그대로)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rac1 과 rac2 가 같은 개수를 본다 (7 과 8)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FRA 크기를 어떻게 잡는가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보관 기간이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디스크그룹 크기(24576MB)와 FRA 한도(14007MB)는 별개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FRA 가 차면 아카이브를 못 만들어 인스턴스가 멈춘다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하루치 아카이브 양 × 보관 기간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13장의 redo size 합이 하루 아카이브 양의 근사치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RAC 에서는 두 인스턴스의 합이라는 점을 잊지 말 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17.2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오류 재현 — 아카이브를 로컬 경로에 두면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딕셔너리와 파일의 괴리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되돌릴 때의 함정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한 노드에만 있는 경로로 바꾼다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실습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rac1 에만 /u01/app/oracle/arch_local 을 만든다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alter system set log_archive_dest_1='LOCATION=...' sid='racdb1' scope=memory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인스턴스 1 만 바뀌고 2 는 그대로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시퀀스 22 까지 +FRA, 23 부터 로컬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파일 이름도 달라진다 — 1_23_1242761748.dbf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딕셔너리에는 있는데 파일이 없다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10장과 같은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파일은 rac1 에만 있다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그런데 rac2 의 V$ARCHIVED_LOG 에는 세 파일이 다 보인다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컨트롤파일이 공유되므로 기록은 양 노드가 똑같이 안다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10장에서 데이터파일을 로컬에 만들었을 때와 정확히 같다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rac2 의 crosscheck → 그 셋만 validation failed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이 구성이 만드는 세 가지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왜 공유 스토리지여야 하는가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백업을 그 노드에서만 돌려야 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그 노드가 죽으면 그 아카이브를 못 읽는다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복구할 때 모든 스레드의 아카이브가 한곳에 모이지 않는다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노드 장애와 미디어 장애가 겹치면 복구 불가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수동 복사를 잊으면 복구가 중간에 멈춘다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되돌릴 때의 함정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ORA-16014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log_archive_dest_1='' 로 되돌렸더니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ORA-16014: log 2 sequence# 26 not archived, no available destinations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GV$ARCHIVE_DEST 의 STATUS 가 INACTIVE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빈 문자열은 기본값 복원이 아니라 대상 비활성화다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이 상태로 두면 리두가 다 차는 순간 인스턴스가 멈춘다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올바른 되돌리기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무엇이 원래였는지 먼저 확인한다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명시 지정 — LOCATION=USE_DB_RECOVERY_FILE_DEST → STATUS VALID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SPFILE 이면 alter system reset 으로 항목 자체를 지운다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scope=memory 면 RESET 이 통하지 않는다 (재설정 또는 재기동)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V$SPPARAMETER 의 ISSPECIFIED 가 FALSE 면 지정된 적 없음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대상을 바꾼 뒤에는 즉시 alter system archive log current 로 검증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17.3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노드 분산 백업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채널을 인스턴스에 고정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확인 근거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채널을 특정 인스턴스에 붙이려면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VIP 로 접속한다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서비스 racdb 는 양쪽에서 돈다 — SCAN 으로는 어디로 갈지 모른다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로컬 리스너는 그 노드의 인스턴스만 등록한다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rac1-vip:1521/racdb → racdb1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rac2-vip:1521/racdb → racdb2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15장에서는 SCAN 을 쓰라고 했다 — 목적이 다르면 주소도 다르다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분산 백업 실행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확인 근거는 이 두 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allocate channel ch1 ... connect 'sys/pw@rac1-vip:1521/racdb'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allocate channel ch2 ... connect 'sys/pw@rac2-vip:1521/racdb'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channel ch1: SID=282 instance=racdb1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channel ch2: SID=149 instance=racdb2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명령만 그렇게 썼다고 되는 것이 아니라 이 출력을 봐야 한다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채널을 몇 개 둘 것인가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노드 수가 아니라 자원이 정한다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출발점은 노드당 CPU 코어의 절반 정도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이 랩은 노드당 4 vCPU — 노드당 2, 전체 4 가 상한에 가깝다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그런데 실습에서는 둘만 썼다 (호스트 CPU 여유)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11장에서 dbca 가 부하 139 에서 노드 축출을 일으켰다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백업 전에 cat /proc/loadavg 확인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17.4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백업 검증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다른 노드에서도 유효한가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이것이 RAC 백업의 검증법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restore database validate — 복원하지 않고 읽어만 본다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rac1 71.2초, rac2 71.4초 — 둘 다 성공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list backup summary 도 같은 목록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백업이 +FRA 에 있고 컨트롤파일이 공유되므로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17.2 절의 validation failed 와 정확히 대비된다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스냅숏 컨트롤파일은 로컬이어도 되는가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경우에 따라 다르다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기본값 — .../dbs/snapcf_racdb1.f (로컬, 인스턴스 번호 포함)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백업 중 컨트롤파일의 일관된 사본을 잠시 만드는 임시 파일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백업을 한 노드에서 시작하는 구성이면 기본값으로 충분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여러 노드에서 동시에 백업하면 공유 위치로 옮긴다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스냅숏은 백업을 시작한 노드에서만 만들어진다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17.5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인스턴스 복구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알럿 로그로 읽는다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인스턴스 복구는 미디어 복구와 다르다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무엇을 잃었는가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데이터파일은 멀쩡하다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잃은 것은 메모리에 있던 커밋된 변경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그것이 리두에 있으므로 리두를 읽어 데이터파일에 반영한다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GV$INSTANCE_RECOVERY 의 ESTIMATED_MTTR = 1 (초)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13장의 "살아남은 쪽이 죽은 스레드를 읽어 복구한다" 가 이것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재구성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15:10:14, 죽인 지 5초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Reconfiguration started (old inc 4, new inc 6)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Dead instances (total 1) : 2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Global Resource Directory frozen — 캐시 퓨전 자원 목록을 얼린다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LMS 0: GCS shadows cancelled — 죽은 인스턴스의 자원 정리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Reconfiguration complete (total time 0.1 secs)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복구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알럿 로그가 다 말해 준다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Beginning instance recovery of 1 threads (죽은 것은 스레드 2)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parallel recovery started with 3 processes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Thread 2: Recovery starting at checkpoint rba (logseq 25 block 8)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read 3754 KB redo, 1011 data blocks need recovery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Completed redo application of 3.34MB — 전체 0.93초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rac1 이 스레드 2 의 리두를 직접 읽는다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13장이 여기서 쓰인다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Recovery of Online Redo Log: Thread 2 Group 3 Seq 25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Mem# 0: +DATA/RACDB/ONLINELOG/group_3.270...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Mem# 1: +FRA/RACDB/ONLINELOG/group_3.259...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두 멤버 경로가 함께 나온다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Redo thread 2 internally disabled at seq 26 (SMON)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두 시간을 구분하라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0.93초와 57초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인스턴스 복구 0.93초 — 살아 있는 인스턴스가 겪는 시간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인스턴스 재기동 57초 — CRS 가 죽은 인스턴스를 되살리는 시간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애플리케이션 관점에서 중요한 것은 앞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죽은 인스턴스에 붙어 있던 세션은 끊어진다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그것을 다루는 것이 16장의 FAN 과 AC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17.6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미디어 복구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장애를 만든다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오프라인 후 삭제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alter database datafile 27 offline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V$DATAFILE 은 RECOVER, V$DATAFILE_HEADER 는 OFFLINE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앞은 컨트롤파일이, 뒤는 파일 헤더가 아는 상태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asmcmd rm 으로 파일 삭제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온라인 파일은 ASM 이 사용 중으로 보아 삭제를 막을 수 있다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양 노드에서 같은 오류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공유 스토리지이므로 장애도 공유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ORA-00376: file 27 cannot be read at this time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ORA-01110: data file 27: '+DATA/RACDB/DATAFILE/ts_ch17...'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rac1 과 rac2 모두 같은 오류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데이터베이스 전체는 멀쩡하다 — 장애 범위가 그 파일에 한정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13장의 "마지막 줄이 사실" 규칙 그대로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복구는 두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restore 와 recover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restore datafile 27 — 백업에서 파일을 되살린다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recover datafile 27 — 백업 이후의 리두를 적용한다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전체 5.3초 (50MB, 백업 직후라 적용할 리두가 거의 없다)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alter database datafile 27 online 후 500행 확인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파일 이름의 타임스탬프가 바뀐다 — ASM 은 새 파일을 만든다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17.7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컨트롤파일과 SPFILE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어디에 있는가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둘 다 ASM 이어야 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컨트롤파일 — +DATA 와 +FRA 에 하나씩 (dbca 가 다중화)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SPFILE — +DATA/RACDB/PARAMETERFILE/spfile.272... 하나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로컬에 두면 그 노드가 죽었을 때 DB 를 올릴 수 없다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CONFIGURE CONTROLFILE AUTOBACKUP ON 이 기본값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백업할 때마다 둘이 함께 자동 백업된다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SPFILE 복원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자동 백업이 쓸 만한지 확인한다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restore spfile to '/tmp/...' from autobackup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데이터베이스가 열려 있어도 임시 위치로는 복원할 수 있다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4608 바이트, 내용 정상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racdb1. 과 racdb2. 접두어가 그대로 (12장의 RAC SPFILE 표기)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자동 백업만 있으면 SPFILE 을 잃어도 되살릴 수 있다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그런데 읽기 전용이 아니다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이름에 속지 말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복원 전 Spfile: +DATA/RACDB/PARAMETERFILE/spfile.272...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backup current controlfile 후에도 그대로 (백업은 안 바꾼다)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restore spfile to '/tmp/sp_probe.ora' 후 → Spfile: /tmp/sp_probe.ora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CRS 에 등록된 SPFILE 위치가 임시 경로로 바뀌었다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실행 중인 인스턴스는 영향 없음 → 그날은 멀쩡해 보인다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반드시 되돌린다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복원 전에 값을 기록해 둘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srvctl modify database -d racdb -spfile '+DATA/RACDB/PARAMETERFILE/spfile.272...'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되돌릴 값을 알아야 하므로 복원 전에 먼저 기록한다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더 안전한 검증 — list backup of spfile / of controlfile 로 존재만 확인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실제 복구 상황이라면 이 동작이 맞다. 문제는 검증 목적일 때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validate 계열은 읽기만 하고 restore 계열은 상태를 바꾼다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컨트롤파일을 모두 잃으면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절차만 익힌다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1. srvctl stop database -o abort (정상 종료가 안 된다)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2. 한 노드에서 NOMOUNT (SPFILE 도 없으면 먼저 복원)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3. set dbid 1240378513; restore controlfile from autobackup;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4. alter database mount; recover database;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5. alter database open resetlogs; → 6. 나머지 인스턴스 기동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17.8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정리와 운영 지침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아카이브 관리 정책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정하지 않으면 FRA 가 찬다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NONE (기본값) — 자동으로 지우지 않는다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BACKED UP n TIMES TO DISK — 일반적인 선택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APPLIED / SHIPPED ON ALL STANDBY — Data Guard 구성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정책은 데이터베이스 단위. 인스턴스별로 다르게 못 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이 랩은 NONE 이라 실습 후 수동으로 지웠다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이 장의 점검 항목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RAC 특유의 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매일 — 스레드별 아카이브 최근 생성 시각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매일 — FRA 사용률 (space_used / space_limit)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매일 — GV$ARCHIVE_DEST 의 STATUS 가 VALID 인가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주간 — 다른 노드에서 restore database validate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주간 — 스레드별 시퀀스 끊김 확인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정리와 기준선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ARCHIVELOG 만 되돌리지 않는다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실습 테이블스페이스 삭제, 백업·아카이브 삭제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SPFILE 등록 정보 원복 확인 (17.7.4 절의 부작용)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FRA 825MB / 5개 파일 (컨트롤파일 1 + 리두 멤버 4)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V$SPPARAMETER 로 log_archive_dest_1 미지정 확인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CRS 자원 17개, 두 인스턴스 OPEN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ARCHIVELOG 는 유지 — 이후 장에서도 이 상태를 전제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다음 장으로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노드를 빼고 다시 넣는다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17장까지 — 두 노드 구성을 전제로 모든 것을 다뤘다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18장 — 그 구성 자체를 바꾼다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노드 삭제와 재추가의 전체 절차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13장에서 예고한 스토리지 준비 셋이 여기서 쓰인다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정리가 덜 된 상태에서 재추가하면 무슨 일이 생기는가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4116</Words>
  <Application>Microsoft Office PowerPoint</Application>
  <PresentationFormat>와이드스크린</PresentationFormat>
  <Paragraphs>306</Paragraphs>
  <Slides>44</Slides>
  <Notes>32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44</vt:i4>
      </vt:variant>
    </vt:vector>
  </HeadingPairs>
  <TitlesOfParts>
    <vt:vector size="48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KEONTAE KIM</cp:lastModifiedBy>
  <cp:revision>3</cp:revision>
  <dcterms:created xsi:type="dcterms:W3CDTF">2013-01-27T09:14:16Z</dcterms:created>
  <dcterms:modified xsi:type="dcterms:W3CDTF">2026-10-29T10:18:58Z</dcterms:modified>
  <cp:category/>
</cp:coreProperties>
</file>