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실습을 시작하기 전에 환경을 확인합니다. 7장은 6장에서 만든 +TEST 디스크그룹을 그대로 씁니다. 새로 준비할 것은 없습니다. 그리고 이 장의 모든 작업은 되돌릴 수 있다는 점을 강조합니다. 별칭을 만들고 지우고 템플릿을 추가하는 것은 모두 메타데이터 변경이며 데이터에는 손대지 않습니다. 6장의 compatible 상향이나 8장의 리밸런스와 성격이 다릅니다. 조각을 나누는 순서를 몸에 익히면 긴 경로도 한눈에 읽힙니다.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6장에서 디스크그룹이라는 그릇을 만들었으니 이제 그 안의 파일을 봅니다. ASM 파일 이름은 처음 보면 암호 같지만 규칙이 명확합니다. 다섯 조각으로 나누는 연습을 하면 경로만 보고 어느 데이터베이스의 어느 PDB 에 속한 무슨 종류의 파일인지 즉시 판단할 수 있습니다. 장애 대응에서 이 판단 속도가 중요합니다. 실습에서 v 달러 datafile 의 값을 실제로 나눠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왜 읽기 쉬운 PDB 이름 대신 32자리 16진수를 쓰는지에 대한 답입니다. 경로에 이름을 넣으면 이름을 바꿀 때마다 파일을 옮겨야 합니다. GUID 는 불변이므로 경로가 안정적입니다. 실무에서 PDB 를 다른 CDB 로 옮기는 작업을 할 때 이 설계의 가치가 드러납니다. v 달러 pdbs 의 GUID 컬럼과 파일 경로를 대조하는 실습을 합니다. PDB 이관 작업을 해 보면 이 설계의 가치가 실감납니다.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열 자리 숫자가 왜 붙어 있는지에 대한 답입니다. 파일 번호만으로는 지워진 파일과 새 파일을 구분할 수 없습니다. incarnation 이 그 구분을 만듭니다. 6장 실습에서 이 숫자를 한 자리 틀리게 입력해 ORA-01516 을 만났습니다. 파일이 없다는 메시지인데 실제로는 파일이 있고 이름만 틀린 것이었습니다. v 달러 datafile 의 값을 복사하거나 파일 번호로 지정하시기 바랍니다.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ASM 의 설계가 드러나는 지점입니다. 파일 실체와 이름을 분리했습니다. 이 분리 덕분에 하나의 파일에 여러 이름을 붙일 수 있고, 그것이 다음 절의 별칭입니다. 소수점 값도 함께 설명합니다. 113921 블록 곱하기 8192 바이트가 정확히 890.007813 MB 입니다. 데이터 블록 외에 헤더 블록이 하나 더 붙기 때문입니다. 열 자리 숫자는 눈으로 대조하지 말고 반드시 복사해서 쓰십시오.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스트라이프 방식이 왜 파일 종류마다 다른지 설명합니다. 판단 기준은 접근 패턴입니다. 큰 파일을 순차적으로 읽는 데이터파일은 COARSE 가 낫고, 작은 파일을 여러 곳에서 자주 갱신하는 컨트롤파일은 FINE 이 낫습니다. 이 값은 템플릿으로 정해져 있으며 7.3 절에서 사용자 템플릿으로 직접 바꿔 봅니다. 접근 패턴이 저장 방식을 정한다는 원칙만 기억하면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달러 asm_file 을 종류별로 집계하면 클러스터의 저장 구조가 한눈에 들어옵니다. 5장에서 만든 OCR 백업 세 벌이 +CRS 에 있는 것도 확인됩니다. 그리고 Voting File 이 목록에 없다는 점을 다시 짚습니다. 6장에서 배운 대로 Voting File 은 디스크 오프셋에 직접 기록되므로 ASM 파일 목록에 나타나지 않습니다. 이 조회는 용량 점검 스크립트에도 그대로 쓸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asmcmd 는 v 달러 뷰와 같은 정보를 더 조밀하게 보여 줍니다. 세 컬럼을 눈여겨보시기 바랍니다. AU 크기가 디스크그룹마다 다른 것은 4장에서 gridSetup 응답 파일에 AUSize=4 를 지정했기 때문입니다. Req_mir_free_MB 가 +CRS 에서만 잡힌 것은 Normal 중복도이면서 실제 데이터가 들어 있기 때문이고, 이 값이 8장의 핵심 지표가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asmcmd ls -l 의 Sys 컬럼을 읽는 훈련입니다. 이 한 글자가 무엇을 건드릴 수 있고 무엇을 건드릴 수 없는지를 가릅니다. 시스템이 만든 이름을 지우면 파일에 접근할 방법이 없어지므로 ASM 이 아예 막습니다. 실습에서 시스템 디렉터리와 사용자 디렉터리를 각각 지워 보고 결과가 어떻게 다른지 확인합니다. 이 분리가 다음 절 별칭의 전제가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달러 asm_alias 를 읽을 때 처음 만나는 낯선 값입니다. 4294967295 는 16진수로 FFFFFFFF 이며 파일 번호가 없다는 표시입니다. 조회할 때 where file_number 부등호 4294967295 를 붙이면 파일만 골라낼 수 있습니다. 실습에서 이 조건을 써서 디렉터리를 걸러 내고 파일 이름만 보는 연습을 합니다. 이 조회 한 줄을 용량 점검 스크립트에 그대로 넣을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별칭이 무엇인지 한 줄로 설명하면 파일을 가리키는 또 하나의 이름입니다. 데이터를 복사하지 않습니다. FILE_NUMBER 가 같다는 것이 그 증거입니다. 실습에서 별칭을 만든 뒤 이 조회로 두 이름이 같은 번호를 가리키는 것을 직접 확인합니다. 그 확인이 다음 슬라이드의 결론으로 이어집니다. 세 컬럼 중 Req_mir_free_MB 가 8장의 핵심 지표가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절에서 가장 많이 틀리는 지점을 모았습니다. 구문 자체가 직관과 어긋납니다. FOR 다음에 바로 파일 이름이 와야 하고, 지울 때는 DROP 을 씁니다. 오류 메시지의 별표 위치가 정확한 단서를 줍니다. ORA-15114 에서는 별표가 file 이라는 단어를 가리키고, ORA-00905 에서는 delete 를 가리킵니다. 별표를 보는 습관을 들이시기 바랍니다. Sys 컬럼 한 글자가 권한 경계 전체를 요약합니다.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장의 핵심 실험입니다. 별칭을 지우면 파일이 사라질까 봐 걱정하는 경우가 많은데 그렇지 않습니다. 데이터베이스가 참조하는 것은 시스템이 만든 정규 이름이므로 사용자 별칭을 지워도 영향이 없습니다. 실습에서 별칭을 지운 뒤 데이터베이스 쪽을 조회해 아무 변화가 없음을 확인합니다. 이 실험이 별칭의 성격을 가장 명확히 보여 줍니다. 조회할 때 이 값으로 디렉터리를 걸러 내는 조건을 붙이십시오.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asmcmd 가 경로를 어떻게 만들어 내는지 보여 주는 슬라이드입니다. ASM 내부에는 경로 문자열이 저장되어 있지 않고 부모-자식 인덱스만 있습니다. asmcmd 는 이 관계를 따라 올라가며 경로를 조립합니다. 파일 행의 REFERENCE_INDEX 가 67108863 으로 고정된 것은 자식을 가질 수 없다는 표시입니다. 실습에서 이 값들로 트리를 손으로 복원해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7장 전체를 관통하는 구조입니다. 이 분리 덕분에 익스텐트가 디스크 사이를 아무리 옮겨 다녀도 파일 이름은 그대로입니다. 8장에서 디스크를 추가하고 제거하며 수천 개 익스텐트가 이동하는데 데이터베이스는 그 사실조차 모릅니다. 반면 6장에서 디스크그룹을 지웠다 다시 만들었을 때는 파일 번호가 바뀌었습니다. 컨테이너 자체가 달라졌기 때문입니다. FILE_NUMBER 가 같다는 사실 하나가 별칭의 정체를 증명합니다.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파일을 만들 때 중복도와 스트라이프 방식을 매번 지정하지 않아도 되는 이유가 템플릿입니다. 오라클이 파일 종류마다 적절한 기본값을 미리 정해 두었습니다. 22개 목록을 훑어보면 ASM 이 어떤 종류의 파일을 알고 있는지도 알 수 있습니다. VOTINGFILE 템플릿이 있는 것도 흥미로운데, 실제 Voting File 은 ASM 파일이 아니므로 이 템플릿은 쓰이지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템플릿의 실제 용도를 보여 주는 실습입니다. 파일 종류가 같아도 용도에 따라 다르게 저장하고 싶을 때 씁니다. 갱신이 잦고 크기가 작은 테이블스페이스를 FINE 으로 만들면 부하가 여러 디스크에 분산됩니다. 반대로 대용량 이력 테이블은 COARSE 가 낫습니다. 파일 이름만 보면 차이를 알 수 없고 v 달러 asm_file 의 STRIPED 컬럼을 봐야 합니다. 오류 메시지의 별표 위치를 보는 습관이 진단 시간을 줄여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오류 스택을 아래부터 읽는 훈련을 또 한 번 합니다. ORA-01119 는 데이터베이스 계층, ORA-17502 는 OS 인터페이스 계층, ORA-15060 이 ASM 계층의 실제 원인입니다. 5장의 CRS-4648 스택과 같은 구조입니다. 그리고 시스템 템플릿 삭제가 막히는 것은 시스템 별칭과 같은 원칙입니다. ASM 은 자기가 만든 것을 사람이 지우지 못하게 일관되게 막습니다.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7.2 절의 이름 계층이 여기서 다시 확인됩니다. 사용자가 어떤 경로를 지정하든 ASM 은 자기 규칙대로 파일을 저장하고 지정한 경로는 별칭으로 처리합니다. ASM 이라는 디렉터리가 새로 생긴 것도 눈여겨보시기 바랍니다. 데이터베이스가 만든 파일은 RACDB 아래에 놓이지만 asmcmd 로 넣은 파일은 소속 데이터베이스를 알 수 없으므로 별도 디렉터리를 씁니다. 이 실험이 별칭의 성격을 가장 명확히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asmcmd cp 의 한계를 분명히 해야 합니다. 파일 단위 복사이지 백업 도구가 아닙니다. 데이터베이스가 쓰고 있는 파일을 복사하면 복사 도중 블록이 갱신되어 일관성이 깨진 사본이 만들어집니다. 그 사본으로는 복구할 수 없습니다. ASM 안의 파일을 직접 볼 수 없는 상황에서 SPFILE 이나 컨트롤파일을 꺼내는 용도로는 매우 유용합니다. 경로가 저장된 것이 아니라 계산된다는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장에서 만난 오류를 계층으로 정리합니다. 흥미로운 것은 계층이 다섯 개나 된다는 점입니다. SQL 파서부터 ASM 내부까지 각 계층이 자기 언어로 답합니다. 오류 번호대만 봐도 어느 계층에서 막혔는지 짐작할 수 있습니다. 150xx 대는 ASM, 0119와 01516 은 데이터베이스, 17502 는 OS 인터페이스입니다. 이 감각이 진단 속도를 크게 높입니다. 세 층의 경계를 알면 무엇이 안전한 작업인지 판단할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장의 실무 결론입니다. 네 가지 모두 실습에서 확인한 사실에 근거합니다. 특히 마지막이 중요합니다. asmcmd cp 는 편리해서 백업에 쓰고 싶어지지만, 열려 있는 데이터파일을 복사하면 일관성이 깨진 사본이 만들어집니다. 그 사본으로는 복구할 수 없습니다. 파일을 꺼내 보는 용도와 백업을 만드는 용도를 분명히 구분하시기 바랍니다. 22개 목록을 한 번 훑어보는 것만으로도 도움이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정기 점검 스크립트에 바로 넣을 수 있는 조회들입니다. 사용자 별칭과 사용자 템플릿 목록을 주기적으로 뽑아 두면 누가 언제 무엇을 추가했는지 추적할 수 있습니다. 시스템이 만든 것과 섞이지 않게 SYSTEM_CREATED 조건을 붙이는 것이 요령입니다. lsof 는 계획 작업 전에 사용처를 확인하는 용도로 특히 유용합니다. 이름만 보고는 알 수 없고 STRIPED 컬럼을 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장의 성격 차이를 분명히 하고 넘어갑니다. 7장의 작업은 되돌리기 쉽고 즉시 끝납니다. 별칭을 만들고 지우는 데 1초도 걸리지 않습니다. 반면 8장의 리밸런스는 수백 초가 걸리고 중간에 멈추면 흔적이 남습니다. 실습을 계획할 때 이 시간 차이를 고려해야 합니다. 8장은 디스크를 추가하는 실습 하나에만 4분 이상 걸립니다. 번호대만 보고 어느 계층인지 짚는 연습을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Oracle 19c Real Application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</a:rPr>
              <a:t>ASM 파일·디렉터리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템플릿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맑은 고딕"/>
              </a:rPr>
              <a:t>OMF 이름의 다섯 조각, 별칭의 정체, 저장 방식을 정하는 템플릿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ASM 파일 이름 다섯 조각을 나누고 각각의 뜻을 설명한다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incarnation 이 왜 필요한지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v$asm_file 과 v$asm_alias 의 역할 분담을 설명한다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별칭을 만들고 지우며 실제 파일과의 관계를 확인한다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템플릿으로 저장 방식을 바꾼다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시스템이 만든 것과 사용자가 만든 것의 경계를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asmcmd 로 ASM 안팎으로 파일을 옮긴다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7.1 OMF 이름 규칙 해부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7.2 디렉터리와 별칭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7.3 템플릿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7.4 파일 복사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장의 실습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6장에서 만든 것을 그대로 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test1 로 만든 +TEST 디스크그룹 (External, 4GB)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 안의 테이블스페이스 두 개 — TS_ALIAS, TS_TPL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별칭 실험용 디렉터리 +TEST/mydir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데이터베이스는 racdb1, racdb2 모두 가동 중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장의 작업은 모두 되돌릴 수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OMF 이름 규칙 해부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실제 파일 이름들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v$asm_file 에서 본 같은 파일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COARSE 와 FINE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컨테이너 GUID 조각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이름을 읽을 수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다섯 조각으로 나눈다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+DATA / RACDB / 86B637B6... / DATAFILE / system.257.1242761643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디스크그룹 · 데이터베이스 · 컨테이너 · 파일 종류 · 파일 이름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컨테이너 조각은 PDB 의 GUID. CDB$ROOT 는 생략된다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마지막 조각은 태그.파일번호.incarnation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규칙을 알면 경로만 보고 어느 PDB 의 무슨 파일인지 알 수 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GUID 를 쓰는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PDB 는 이름이 바뀐다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PDB$SEED 는 5A566B559A25734BE06365E110AC68E0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RACPDB1 은 5A569448ED6C2E8DE06365E110ACB045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PDB 이름은 바꿀 수 있고 다른 CDB 로 옮길 수도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GUID 는 만들 때 부여되어 평생 바뀌지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그래서 unplug / plug 후에도 경로가 그대로다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incarnation 이 막는 사고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번호는 재사용된다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system.257.1242761643 에서 257 은 파일 번호, 뒤는 incarnation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파일을 지우면 같은 번호가 다시 쓰일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incarnation 이 다르므로 옛 이름으로 새 파일에 접근할 수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오래된 스크립트가 엉뚱한 파일을 건드리는 것을 막는다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손으로 옮겨 적으면 ORA-01516 을 만난다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v$asm_file 에는 이름이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번호로 관리한다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FILE_NUMBER, TYPE, REDUNDANCY, STRIPED, BYTES 만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이름은 v$asm_alias 가 따로 관리한다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REDUNDANCY UNPROT — +DATA 가 External 이기 때문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STRIPED COARSE — 스트라이프 단위가 AU 크기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MB 값 끝이 890.007813 처럼 딱 떨어지지 않는다 — 헤더 블록 8KB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컨트롤파일만 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왜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나머지 파일 종류는 모두 COARSE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컨트롤파일은 작고 갱신이 잦으며 모든 인스턴스가 접근한다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AU 하나에 몰면 그 디스크에 부하가 집중된다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FINE 은 128KB 단위로 잘게 나눠 여러 디스크에 퍼뜨린다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Bytes 19,709,952 에 Space 25,165,824 — AU 단위 할당의 여유분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어디에 무엇이 얼마나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한 조회로 보는 저장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+CRS — OCRFILE 1개(158MB), OCRBACKUP 3개, ASMPARAMETERFILE 1개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+DATA — DATAFILE 13개(3.4GB), CONTROLFILE 1, ONLINELOG 4, TEMPFILE 3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+FRA — CONTROLFILE 1, ONLINELOG 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리두가 양쪽에 4개씩 — 다중화의 결과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Voting File 은 어디에도 없다. ASM 파일이 아니기 때문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asmcmd lsdg 로 보는 세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Rebal · AU · Req_mir_free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Rebal — 리밸런스 진행 여부. 8장에서 Y 로 바뀐다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AU — +CRS 만 4MB, 나머지는 1MB. 응답 파일의 AUSize=4 때문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Req_mir_free_MB — +CRS 만 4096. Normal 이고 데이터가 있어서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6장의 빈 디스크그룹은 이 값이 0이었다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lsof 로 열려 있는 파일을 확인하면 ORA-15027 을 미리 피한다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7.2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디렉터리와 별칭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시스템 디렉터리와 사용자 디렉터리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v$asm_alias 가 이름을 관리한다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별칭 만들기와 지우기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이름 계층이 주는 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Sys 컬럼이 경계를 그린다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Y 는 못 지운다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+DATA 아래 RACDB 는 N — 데이터베이스가 만들었지만 사용자 디렉터리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 아래 DATAFILE, CONTROLFILE 등은 Y — ASM 이 자동 생성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v$asm_alias 의 SYSTEM_CREATED 컬럼과 같은 값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Y 인 것은 사람이 지울 수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지우려 하면 ORA-15177: cannot operate on system aliases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FILE_NUMBER 4294967295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디렉터리라는 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32비트 부호 없는 정수의 최댓값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파일이 아니라는 뜻의 특수값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ALIAS_DIRECTORY 가 Y 인 행과 일치한다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 행은 실제 FILE_NUMBER 를 갖는다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값으로 디렉터리와 파일을 구분해 조회할 수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별칭의 정체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같은 FILE_NUMBER 를 가리키는 두 이름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TS_ALIAS.256.1242847959 — SYSTEM_CREATED Y, FILE_NUMBER 256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my_alias.dbf — SYSTEM_CREATED N, FILE_NUMBER 256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파일은 하나, 이름은 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asmcmd 는 화살표로 보여 준다 — my_alias.dbf =&gt; +TEST/RACDB/DATAFILE/TS_ALIAS...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유닉스 심볼릭 링크와 같은 발상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구문에서 세 번 틀린다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ORA-15114 / 15173 / 00905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for file 이라고 쓰면 — ORA-15114, 별표가 file 을 가리킨다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디렉터리가 없으면 — ORA-15173: entry 'nodir' does not exist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delete alias 라고 쓰면 — ORA-00905: missing keyword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ADD ALIAS 의 반대는 DELETE 가 아니라 DROP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별칭에 별칭을 걸면 — ORA-15046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별칭을 지우면 무슨 일이 생기는가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아무 일도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drop alias 후 v$asm_alias 에서 별칭만 사라진다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파일 TS_ALIAS.256... 은 그대로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v$datafile 도 ONLINE, dba_tablespaces 도 ONLINE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데이터베이스는 정규 이름으로 참조하기 때문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반대로 시스템 별칭은 ORA-15177 로 막힌다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이름은 인덱스로 이어진다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트리를 복원해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REFERENCE_INDEX — 자식들이 가리킬 번호. 파일이면 67108863 고정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PARENT_INDEX — 부모 디렉터리의 REFERENCE_INDEX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RACDB(50331701) → CONTROLFILE, ONLINELOG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ONLINELOG(50331807) → group_1 ~ group_4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복원하면 +FRA/RACDB/ONLINELOG/group_1.258.1242761759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세 층으로 나뉜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사람이 손댈 수 있는 곳은 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익스텐트 층 — x$kffxp. AU 위치. ASM 전용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 층 — v$asm_file. 번호와 속성. ASM 전용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이름 층 — v$asm_alias. 별칭과 사용자 디렉터리만 사람이 만든다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그래서 8장의 리밸런스는 데이터베이스에 투명하다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반대로 디스크그룹 교체는 파일 번호를 바꾼다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7.3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템플릿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기본 템플릿 22개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사용자 템플릿 만들기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템플릿을 써서 파일 만들기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오류 재현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디스크그룹마다 22개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중복도와 스트라이프를 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PARAMETERFILE, CONTROLFILE, DATAFILE, ONLINELOG, ARCHIVELOG, OCRFILE ...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CONTROLFILE 만 FINE, 나머지는 COARSE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REDUNDANCY 는 디스크그룹의 중복도를 따른다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 · DATA · FRA 모두 22개씩 — 만들 때 자동 복사된다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한 디스크그룹의 템플릿을 바꿔도 다른 곳에는 영향이 없다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사용자 템플릿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같은 종류를 다르게 저장한다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diskgroup TEST add template mytpl attributes (unprotected fine)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ENTRY_NUMBER 426, SYSTEM 은 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create tablespace ... datafile '+TEST(mytpl)' size 50M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 256 은 COARSE, 파일 257 은 FINE — 같은 DATAFILE 인데 다르다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이름은 똑같다. 템플릿은 저장 방식만 정한다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ORA-15060 / ORA-15008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템플릿 오류 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없는 템플릿 지정 — ORA-01119 / ORA-17502 / ORA-15060 세 계층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원인은 맨 아래 ORA-15060: template does not exist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시스템 템플릿 삭제 — ORA-15008: cannot drop system template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별칭의 ORA-15177 과 같은 사고방식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시스템이 만든 것은 사람이 지울 수 없다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7.4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파일 복사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ASM 밖으로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ASM 안으로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할 수 있는 것과 없는 것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asmcmd 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안으로 넣으면 별칭이 생긴다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밖으로 — cp +TEST/.../ts_tpl.257... /tmp/copy_out.dbf → 51MB 파일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안으로 — cp /tmp/copy_out.dbf +TEST/mydir/copied.dbf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결과 — copied.dbf =&gt; +TEST/ASM/DATAFILE/copied.dbf.258.1242848061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지정한 경로는 별칭이 되고 실제 파일은 ASM 규칙대로 저장된다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 이라는 디렉터리 — DB 이름을 알 수 없어 쓰는 자리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할 수 있는 것과 없는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백업은 RMAN 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할 수 있다 — SPFILE, 컨트롤파일, 아카이브 로그, 백업셋 복사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할 수 있다 — 디스크그룹 사이 복사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할 수 없다 — 열려 있는 데이터파일의 일관된 복사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쓰고 있는 파일을 cp 하면 조각난 사본이 만들어진다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대용량은 RMAN 이 병렬과 압축을 지원해 더 낫다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7.5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정리와 실무 지침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이 장에서 재현한 오류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ASM 이름을 다루는 원칙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점검에 쓸 조회들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8장으로 이어지는 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재현한 오류 여덟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계층으로 묶는다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SQL 파서 — ORA-00905 (delete alias)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데이터베이스 — ORA-01516 (파일 이름 오타), ORA-01119 (파일 생성 실패)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OS 인터페이스 — ORA-17502 (ksfdcre)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 이름 — ORA-15114, ORA-15173, ORA-15046, ORA-15177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 템플릿 — ORA-15060, ORA-15008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ASM 이름을 다루는 네 가지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실무 지침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이름을 손으로 입력하지 않는다 — v$ 뷰에서 복사하거나 번호로 지정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시스템이 만든 것은 건드리지 않는다 — Sys 컬럼이 Y 인 것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별칭은 사람이 읽기 위한 것이지 성능과 무관하다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데이터파일에 별칭을 거는 것은 대개 불필요하다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백업은 asmcmd cp 가 아니라 RMAN 으로 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점검에 쓸 조회 네 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스크립트에 넣는다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 종류별 개수와 용량 — v$asm_file 을 TYPE 으로 집계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사용자 별칭 목록 — v$asm_alias 에서 SYSTEM_CREATED='N'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사용자 템플릿 목록 — v$asm_template 에서 SYSTEM='N'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열려 있는 파일 — asmcmd lsof -G &lt;디스크그룹&gt;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마지막 것은 언마운트 전에 실행하면 ORA-15027 을 미리 피한다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다음 장에서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데이터가 실제로 움직인다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7장의 이름·별칭·템플릿은 메타데이터다. 데이터는 그대로다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8장의 리밸런스는 익스텐트를 실제로 옮긴다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x$kffxp 로 미러가 어느 디스크에 놓였는지 직접 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디스크를 추가하고 제거하며 v$asm_operation 을 관찰한다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REQUIRED_MIRROR_FREE_MB 가 실제로 잡히는 것을 확인한다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파일 이름은 다섯 조각. 마지막은 태그.파일번호.incarnation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incarnation 은 번호 재사용 시 옛 파일과 구분한다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v$asm_file 은 번호, v$asm_alias 는 이름을 관리한다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FILE_NUMBER 4294967295 는 디렉터리 표시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SYSTEM_CREATED Y 는 지울 수 없다 (ORA-15177)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ADD ALIAS / DROP ALIAS. FOR FILE 은 ORA-15114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별칭을 지워도 실제 파일과 DB 는 영향이 없다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템플릿은 디스크그룹마다 22개. +DG(템플릿) 으로 지정한다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없는 템플릿은 ORA-15060, 시스템 템플릿 삭제는 ORA-15008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asmcmd cp 로 넣으면 지정 경로가 별칭이 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퀴즈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파일 이름 다섯 조각을 나누고 각각의 뜻을 말하라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incarnation 은 왜 필요한가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v$asm_file 에 이름 컬럼이 없는 이유는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FILE_NUMBER 4294967295 인 행은 무엇인가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별칭을 지우면 실제 파일은 어떻게 되는가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ORA-15114 와 ORA-15173 은 각각 무엇이 잘못된 것인가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컨트롤파일만 FINE 인 이유는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asmcmd cp 로 넣은 파일의 실제 경로가 다른 이유는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01 OMF 이름 해부 — v$datafile 과 v$asm_file 대조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02 디렉터리 구조 — 시스템과 사용자 디렉터리 구분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03 별칭 만들기 — ORA-15114 / ORA-15173 재현 후 정상 생성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04 별칭 삭제 실험 — 실제 파일과 DB 가 무사한지 확인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05 템플릿 — FINE 파일 생성, ORA-15060 / ORA-15008 재현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06 파일 복사 — asmcmd cp 안팎, 별칭 생성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