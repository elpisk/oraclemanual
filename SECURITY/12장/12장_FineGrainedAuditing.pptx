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SELECT ON hr.employees를 걸면 이름만 조회한 문장도, 사장 연봉을 조회한 문장도 똑같이 한 건씩 남습니다. 업무량이 많은 테이블이라면 하루에 수십만 건이 쌓이고, 감사 담당자가 정말 확인해야 할 기록은 그 속에 묻혀 버립니다. FGA는 어떤 컬럼을 읽었는지, 어떤 값을 가진 행을 건드렸는지를 조건으로 걸 수 있어서 기록 자체가 줄고 기록 하나하나의 의미가 분명해집니다. 이 차이가 FGA를 쓰는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기록은 행마다 생기지 않고 문장마다 생깁니다. 조건을 만족하는 행이 백 개 반환되어도 그 문장에 대한 기록은 정책마다 한 건입니다. 또 조건을 만족하는 행이 실제로 처리되어야 기록이 생깁니다. 급여 컬럼을 조회했더라도 결과에 고액 연봉자가 없다면 기록이 없습니다. 반대로 audit_condition을 비워 두면 항상 참으로 보기 때문에 결과가 0건이어도 기록됩니다. 실습 1과 2에서 이 규칙을 하나씩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기록이 사용자 트랜잭션에 묶여 있다면 사용자가 ROLLBACK 한 번으로 흔적을 지울 수 있을 겁니다. 그래서 FGA 기록은 사용자 트랜잭션과 독립적으로 저장됩니다. 실습 3에서 급여를 10% 올렸다가 ROLLBACK하는데, 급여는 원래대로 돌아가지만 감사 기록은 그대로 남습니다. 또 FGA는 사용자에게 어떤 차이도 보이지 않습니다. 결과는 평소처럼 돌려주고 기록만 따로 남기므로, 접근 자체를 막으려면 7장의 VPD를 함께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비슷한 이름의 기능이 여럿 나오기 때문에 한 번 정리해 두면 좋습니다. VPD와 Redaction은 사용자가 보는 결과를 바꾸고, FGA는 결과를 바꾸지 않고 기록만 남깁니다. VPD와 FGA를 함께 걸면 VPD가 먼저 행을 걸러 내고, 남은 행에 대해서만 FGA 조건이 평가됩니다. 볼 수 없는 행은 처리되지 않으니 감사 조건도 만족하지 않습니다. 라이선스 면에서 FGA는 Enterprise Edition에 포함되어 있어 따로 옵션을 살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19c를 새로 설치하면 혼합 모드로 시작합니다. 혼합 모드에서는 AUDIT_TRAIL 같은 기존 파라미터가 그대로 동작하면서 통합 감사 정책도 함께 동작합니다. 실습 DB orcl도 V$OPTION의 Unified Auditing 값이 FALSE인 혼합 모드입니다. 순수 통합 감사는 파라미터로 켜는 것이 아니라 oracle 실행 파일을 다시 링크해야 하므로, 같은 홈을 쓰는 모든 데이터베이스에 영향이 갑니다. 감사 모드 전반과 전환 절차는 13장에서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혼합 모드에서 FGA 기록이 어디에 남는지는 실습 1에서 직접 확인했습니다. 정책을 만들고 HR로 급여를 조회한 뒤 두 뷰를 보면, DBA_FGA_AUDIT_TRAIL에는 기록이 있고 UNIFIED_AUDIT_TRAIL의 FineGrainedAudit 기록은 0건입니다. audit_trail을 생략하면 DB+EXTENDED가 기본값이라 SQL 문까지 남습니다. 순수 통합 감사로 전환하면 audit_trail은 의미가 없어지고 모든 기록이 통합 감사 기록으로 갑니다. 엉뚱한 뷰를 보고 기록이 없다고 판단하지 않도록 모드부터 확인하는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인자는 많지만 실제로 결정해야 할 것은 네 가지입니다. 어떤 행을 볼 때 기록할지는 audit_condition, 어떤 컬럼을 참조할 때 기록할지는 audit_column과 audit_column_opts, 어떤 문장을 감사할지는 statement_types입니다. 여기에 혼합 모드라면 audit_trail로 기록 위치를 정합니다. 조건과 컬럼을 모두 비워 두면 그 테이블의 모든 SELECT가 기록되어 표준 감사와 다를 바 없게 됩니다. 한 객체에는 정책을 256개까지 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실습은 SYS로 정책을 만들고 핸들러만 SECADM 스키마에 두었습니다. 이 교안에서는 SECADM을 감사 관리 계정으로 만들어 정책, 핸들러, 알림 디렉터리 권한을 모두 이 계정에 모았습니다. 주의할 점은 정책을 만든 사용자를 DROP하면 그 사람이 만든 FGA 정책이 함께 사라진다는 것입니다. 감사 담당자 계정을 정리하다가 감사가 통째로 꺼질 수 있으니, 계정 삭제 전에 DBA_AUDIT_POLICIES를 꼭 확인해야 합니다. 실습 5 마지막에 이 동작을 직접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1에서 같은 정책을 두 번 만들면 두 번째는 ORA-28101로 거부됩니다. FGA에는 정책 정의를 바꾸는 API가 없어서 조건이나 컬럼을 바꾸려면 DROP_POLICY 후 ADD_POLICY를 해야 합니다. 그 사이에는 감사가 없으므로 한 블록에서 연달아 실행합니다. 정의를 확인할 때 DBA_AUDIT_POLICIES의 POLICY_COLUMN에는 첫 컬럼만 보인다는 점도 실습에서 확인했습니다. 컬럼 전체는 DBA_AUDIT_POLICY_COLUMNS에서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ANY_COLUMNS가 기본값이라 급여와 커미션을 지정하면 둘 중 하나만 읽어도 기록됩니다. ALL_COLUMNS는 지정한 컬럼을 모두 참조해야 기록하므로, 이름과 급여를 함께 볼 때만 문제가 되는 경우처럼 조합 자체가 민감한 상황에 맞습니다. 실습 2에서 LAST_NAME과 SALARY를 ALL_COLUMNS로 묶고 이름만, 급여만, 둘 다 조회해 보면 마지막 조회 하나만 기록되는 것을 확인할 수 있습니다. SELECT 목록뿐 아니라 WHERE 절의 참조도 컬럼 참조로 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2의 결과를 그대로 옮긴 슬라이드입니다. 102번 조회는 급여가 1만 7천이라 조건을 만족해 기록되고, 105번은 4천8백이라 급여 컬럼을 읽었어도 기록되지 않습니다. 90번 부서 조회는 세 명 모두 조건을 만족했지만 기록은 한 건입니다. 60번 부서는 최고 급여가 9천이라 조건을 만족하는 행이 없어 기록이 없습니다. 이 네 경우를 보면 컬럼 참조, 행 조건, 문장 단위 기록이라는 세 규칙이 한 번에 정리됩니다.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서브쿼리, 시퀀스, 의사 컬럼을 조건에 쓰지 말라고 하고 AND·OR 결합도 피하라고 적고 있습니다. 그런데 19.3은 이런 조건을 ADD_POLICY 시점에 막지 않습니다. 실습 2에서 감사 대상 테이블을 다시 읽는 서브쿼리를 조건에 넣었더니 등록은 됐지만 HR의 조회가 ORA-28112로 실패했습니다. 트레이스를 보면 FGA가 만든 내부 질의가 같은 테이블을 다시 읽다 재귀에 빠진 것입니다. 정책 하나가 업무 장애를 만든 셈이니 조건은 단순하게 유지해야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DML 감사는 statement_types에 문장 유형을 명시해야 합니다. 실습 3에서 MERGE를 넣어 보면 ORA-28106, 즉 아홉 번째 인자가 잘못됐다는 오류가 납니다. 지정할 수 있는 값은 SELECT, INSERT, UPDATE, DELETE뿐입니다. 또 매뉴얼에 따르면 감사 대상 DML이 있는 테이블에서는 직접 경로 적재 힌트가 자동으로 꺼집니다. 대량 적재 배치가 있다면 시간이 늘어날 수 있으니 미리 시험해 보는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현장에서 흔한 상황입니다. 처음에는 급여 컬럼 조회를 모두 기록하다가 기록이 감당할 수 없게 늘어납니다. 감사 담당자에게 정말 필요한 것이 무엇인지 물어보면 대개 범위가 훨씬 좁습니다. 임원급 연봉 조회라면 조건 하나로 표현할 수 있고 기록이 수백 분의 일로 줄어듭니다. 다만 조건을 바꾸면 그 이전과 이후의 기록 기준이 달라지므로, 언제 어떤 조건으로 바꿨는지를 변경 관리 문서에 남겨 둬야 나중에 기록을 해석할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EXTENDED를 켜면 SQL_TEXT에 문장 전체가, SQL_BIND에 바인드 값이 남습니다. 실습 3에서 바인드 변수로 105번 사원의 급여를 올렸다가 ROLLBACK했는데, 급여는 원래대로였지만 기록에는 UPDATE 문과 #1(3):105라는 바인드 값이 남았습니다. 첫 번째 바인드 변수에 세 글자짜리 값 105가 들어갔다는 표기입니다. 감사 기록이 트랜잭션과 독립적이라는 것과 바인드 값까지 평문으로 남는다는 것을 동시에 보여 주는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 옵션은 감사 기록을 AUDIT_FILE_DEST 디렉터리의 XML 파일로 씁니다. 데이터베이스 안에서는 V$XML_AUDIT_TRAIL 뷰로 같은 내용을 읽습니다. 실습 3에서 만든 파일을 열어 보면 정책 이름과 SQL 문이 태그로 들어 있고, 시각은 끝에 Z가 붙은 UTC로 기록되어 있습니다. 운영체제 파일이라 데이터베이스 권한만으로는 지우기 어렵지만, 반대로 디렉터리가 가득 차 쓰기에 실패하면 감사 대상 문장 자체가 실패하므로 디렉터리 공간을 감시해야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EXTENDED 옵션은 감사를 의미 있게 만들지만 그만큼 민감한 정보를 감사 기록에 복사합니다. 주민번호로 조회한 문장이라면 그 번호가 바인드 값으로 그대로 남고, 리터럴로 쓴 카드 번호도 SQL 문에 그대로 남습니다. 매뉴얼도 이 점을 명시적으로 경고합니다. 감사 기록 테이블과 XML 파일에 누가 접근할 수 있는지를 데이터 자체만큼 엄격하게 관리해야 하고, SIEM 같은 외부 저장소로 옮길 때도 마찬가지입니다.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핸들러는 감사 기록을 남기는 것과 별개로 즉시 무언가를 하고 싶을 때 씁니다. 형식은 스키마, 객체, 정책 이름 세 개를 받는 프로시저로 고정되어 있습니다. 실습에서는 UTL_FILE로 알림 파일에 한 줄씩 남기는 핸들러를 만들었습니다. 메일이나 외부 시스템 호출로 알림을 보내려면 4장의 네트워크 ACL이 있어야 합니다. 핸들러 안에서 COMMIT이나 DDL을 쓰면 사용자 트랜잭션에 영향을 주므로 금지되어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4에서는 일부러 알림 파일을 쓸 OS 디렉터리를 만들지 않고 핸들러를 걸었습니다. 조건을 만족하는 조회를 하자 사용자에게 ORA-28144와 그 원인인 ORA-29283이 돌아갔습니다. 알림 하나 실패한 것이 업무 조회 실패로 이어진 것입니다. 재미있는 점은 실패한 그 조회도 감사 기록에는 남았다는 것입니다. 감사 기록은 핸들러 성공 여부와 별개입니다. 운영용 핸들러는 반드시 예외를 처리해 알림 실패가 업무로 번지지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DISABLE_POLICY로 끄면 그동안의 접근은 기록되지 않습니다. 실습 5에서 정책을 끈 상태로 조건을 만족하는 조회를 해도 기록 건수가 그대로였고, 다시 켜자 한 건이 늘었습니다. 마지막으로 감사 관리 계정을 DROP USER CASCADE로 지우자 HR 테이블의 FGA 정책이 모두 사라졌습니다. 기록은 남지만 그 뒤로는 감사가 없습니다. 또 DBMS_FGA 프로시저는 실행 전에 진행 중인 DML을 커밋하므로 데이터 작업 도중에 정책을 바꾸지 않도록 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정책을 끈 다음 민감 데이터를 조회하고 다시 켜면 FGA 기록에는 아무것도 남지 않습니다. 이 빈틈은 정책 변경 자체를 다른 감사 장치로 기록해서 막습니다. 통합 감사 정책에 DBMS_FGA 실행을 넣으면 누가 언제 정책을 끄고 켰는지가 남습니다. 또 감사 정책을 관리하는 권한과 감사 기록을 지우는 권한을 업무 DBA와 분리해야 합니다. 감사를 받는 사람이 자신의 기록을 지울 수 있다면 감사는 의미를 잃습니다.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정책이 어떻게 정의되어 있는지는 DBA_AUDIT_POLICIES에서 봅니다. POLICY_TEXT가 조건, POLICY_COLUMN이 감사 컬럼이고 SEL, INS, UPD, DEL로 문장 유형을, ENABLED로 켜짐 여부를, AUDIT_TRAIL로 기록 위치를 확인합니다. 실제 기록은 혼합 모드에서 DB 옵션이면 DBA_FGA_AUDIT_TRAIL, XML 옵션이면 V$XML_AUDIT_TRAIL에서 봅니다. 순수 통합 감사로 전환한 뒤라면 UNIFIED_AUDIT_TRAIL의 FGA_POLICY_NAME 컬럼으로 찾게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FGA 정책을 만들기 전에 무엇이 문제인지를 먼저 정해야 합니다. 특정 컬럼을 누가 읽었는지가 중요하면 audit_column이, 특정 값을 가진 행에 누가 접근했는지가 중요하면 audit_condition이 핵심입니다. 정책을 만든 뒤에는 업무 계정으로 조건을 만족하는 조회와 만족하지 않는 조회를 모두 해 보고 기록이 의도대로 생기는지 확인합니다. 마지막으로 기록을 얼마나 보관하고 언제 정리할지를 정해야 하며, 정리 방법은 13장에서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 장치는 잘못 설정하면 그 자체가 장애 원인이 됩니다. 조건 없는 정책은 기록만 늘리고, 기록이 쌓이는 테이블스페이스나 adump 디렉터리가 가득 차면 감사 대상 문장이 실패할 수 있습니다. 테이블을 DROP 후 다시 만들거나 다른 스키마로 옮기면 정책이 따라가지 않으니 이관 체크리스트에 정책 비교를 넣어야 합니다. 앞으로 순수 통합 감사로 전환할 계획이라면 조회 스크립트를 UNIFIED_AUDIT_TRAIL 기준으로 미리 준비해 두는 것이 좋습니다.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Fine-Grained Auditing</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무엇을 읽었는지를 기준으로 남기는 감사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FGA와 표준 감사의 차이를 설명한다</a:t>
            </a:r>
          </a:p>
          <a:p>
            <a:pPr algn="l">
              <a:spcAft>
                <a:spcPts val="1000"/>
              </a:spcAft>
            </a:pPr>
            <a:r>
              <a:rPr sz="1600" b="0">
                <a:solidFill>
                  <a:srgbClr val="222222"/>
                </a:solidFill>
                <a:latin typeface="맑은 고딕"/>
              </a:rPr>
              <a:t>•  ADD_POLICY의 조건·컬럼·문장 유형을 지정한다</a:t>
            </a:r>
          </a:p>
          <a:p>
            <a:pPr algn="l">
              <a:spcAft>
                <a:spcPts val="1000"/>
              </a:spcAft>
            </a:pPr>
            <a:r>
              <a:rPr sz="1600" b="0">
                <a:solidFill>
                  <a:srgbClr val="222222"/>
                </a:solidFill>
                <a:latin typeface="맑은 고딕"/>
              </a:rPr>
              <a:t>•  문장당 1건 기록의 원리를 설명한다</a:t>
            </a:r>
          </a:p>
          <a:p>
            <a:pPr algn="l">
              <a:spcAft>
                <a:spcPts val="1000"/>
              </a:spcAft>
            </a:pPr>
            <a:r>
              <a:rPr sz="1600" b="0">
                <a:solidFill>
                  <a:srgbClr val="222222"/>
                </a:solidFill>
                <a:latin typeface="맑은 고딕"/>
              </a:rPr>
              <a:t>•  audit_trail 옵션별 기록 위치를 구분한다</a:t>
            </a:r>
          </a:p>
          <a:p>
            <a:pPr algn="l">
              <a:spcAft>
                <a:spcPts val="1000"/>
              </a:spcAft>
            </a:pPr>
            <a:r>
              <a:rPr sz="1600" b="0">
                <a:solidFill>
                  <a:srgbClr val="222222"/>
                </a:solidFill>
                <a:latin typeface="맑은 고딕"/>
              </a:rPr>
              <a:t>•  혼합 모드에서 FGA 기록 위치를 확인한다</a:t>
            </a:r>
          </a:p>
          <a:p>
            <a:pPr algn="l">
              <a:spcAft>
                <a:spcPts val="1000"/>
              </a:spcAft>
            </a:pPr>
            <a:r>
              <a:rPr sz="1600" b="0">
                <a:solidFill>
                  <a:srgbClr val="222222"/>
                </a:solidFill>
                <a:latin typeface="맑은 고딕"/>
              </a:rPr>
              <a:t>•  핸들러를 작성하고 오류 영향을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12.2 FGA의 개념  /  12.3 감사 모드와 기록 위치</a:t>
            </a:r>
          </a:p>
          <a:p>
            <a:pPr algn="l">
              <a:spcAft>
                <a:spcPts val="1000"/>
              </a:spcAft>
            </a:pPr>
            <a:r>
              <a:rPr sz="1600" b="0">
                <a:solidFill>
                  <a:srgbClr val="222222"/>
                </a:solidFill>
                <a:latin typeface="맑은 고딕"/>
              </a:rPr>
              <a:t>•  12.4 DBMS_FGA.ADD_POLICY</a:t>
            </a:r>
          </a:p>
          <a:p>
            <a:pPr algn="l">
              <a:spcAft>
                <a:spcPts val="1000"/>
              </a:spcAft>
            </a:pPr>
            <a:r>
              <a:rPr sz="1600" b="0">
                <a:solidFill>
                  <a:srgbClr val="222222"/>
                </a:solidFill>
                <a:latin typeface="맑은 고딕"/>
              </a:rPr>
              <a:t>•  12.5 감사 조건과 감사 컬럼</a:t>
            </a:r>
          </a:p>
          <a:p>
            <a:pPr algn="l">
              <a:spcAft>
                <a:spcPts val="1000"/>
              </a:spcAft>
            </a:pPr>
            <a:r>
              <a:rPr sz="1600" b="0">
                <a:solidFill>
                  <a:srgbClr val="222222"/>
                </a:solidFill>
                <a:latin typeface="맑은 고딕"/>
              </a:rPr>
              <a:t>•  12.6 audit_trail 옵션  /  12.7 이벤트 핸들러</a:t>
            </a:r>
          </a:p>
          <a:p>
            <a:pPr algn="l">
              <a:spcAft>
                <a:spcPts val="1000"/>
              </a:spcAft>
            </a:pPr>
            <a:r>
              <a:rPr sz="1600" b="0">
                <a:solidFill>
                  <a:srgbClr val="222222"/>
                </a:solidFill>
                <a:latin typeface="맑은 고딕"/>
              </a:rPr>
              <a:t>•  12.8 정책 관리  /  12.9 딕셔너리 뷰</a:t>
            </a:r>
          </a:p>
          <a:p>
            <a:pPr algn="l">
              <a:spcAft>
                <a:spcPts val="1000"/>
              </a:spcAft>
            </a:pPr>
            <a:r>
              <a:rPr sz="1600" b="0">
                <a:solidFill>
                  <a:srgbClr val="222222"/>
                </a:solidFill>
                <a:latin typeface="맑은 고딕"/>
              </a:rPr>
              <a:t>•  12.10 설계와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FGA의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표준 감사는 문장 종류와 객체 기준</a:t>
            </a:r>
          </a:p>
          <a:p>
            <a:pPr algn="l">
              <a:spcAft>
                <a:spcPts val="800"/>
              </a:spcAft>
            </a:pPr>
            <a:r>
              <a:rPr sz="1600" b="0">
                <a:solidFill>
                  <a:srgbClr val="FFFFFF"/>
                </a:solidFill>
                <a:latin typeface="맑은 고딕"/>
              </a:rPr>
              <a:t>•  FGA는 컬럼 참조와 행 조건 기준</a:t>
            </a:r>
          </a:p>
          <a:p>
            <a:pPr algn="l">
              <a:spcAft>
                <a:spcPts val="800"/>
              </a:spcAft>
            </a:pPr>
            <a:r>
              <a:rPr sz="1600" b="0">
                <a:solidFill>
                  <a:srgbClr val="FFFFFF"/>
                </a:solidFill>
                <a:latin typeface="맑은 고딕"/>
              </a:rPr>
              <a:t>•  막지 않고 기록만 남긴다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표준 감사로는 부족한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SELECT라도 의미가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표준 감사는 내용과 관계없이 문장을 기록</a:t>
            </a:r>
          </a:p>
          <a:p>
            <a:pPr algn="l">
              <a:spcAft>
                <a:spcPts val="1000"/>
              </a:spcAft>
            </a:pPr>
            <a:r>
              <a:rPr sz="1700" b="0">
                <a:solidFill>
                  <a:srgbClr val="222222"/>
                </a:solidFill>
                <a:latin typeface="맑은 고딕"/>
              </a:rPr>
              <a:t>•  급여 컬럼 조회만 고르는 표현이 없다</a:t>
            </a:r>
          </a:p>
          <a:p>
            <a:pPr algn="l">
              <a:spcAft>
                <a:spcPts val="1000"/>
              </a:spcAft>
            </a:pPr>
            <a:r>
              <a:rPr sz="1700" b="0">
                <a:solidFill>
                  <a:srgbClr val="222222"/>
                </a:solidFill>
                <a:latin typeface="맑은 고딕"/>
              </a:rPr>
              <a:t>•  모든 SELECT 기록은 의미 있는 기록을 묻는다</a:t>
            </a:r>
          </a:p>
          <a:p>
            <a:pPr algn="l">
              <a:spcAft>
                <a:spcPts val="1000"/>
              </a:spcAft>
            </a:pPr>
            <a:r>
              <a:rPr sz="1700" b="0">
                <a:solidFill>
                  <a:srgbClr val="222222"/>
                </a:solidFill>
                <a:latin typeface="맑은 고딕"/>
              </a:rPr>
              <a:t>•  FGA는 컬럼과 행 조건으로 대상을 좁힌다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동작 원리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컬럼 검사 → 행 조건 검사 →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정책이 걸린 객체를 참조하는 문장 실행</a:t>
            </a:r>
          </a:p>
          <a:p>
            <a:pPr algn="l">
              <a:spcAft>
                <a:spcPts val="1000"/>
              </a:spcAft>
            </a:pPr>
            <a:r>
              <a:rPr sz="1700" b="0">
                <a:solidFill>
                  <a:srgbClr val="222222"/>
                </a:solidFill>
                <a:latin typeface="맑은 고딕"/>
              </a:rPr>
              <a:t>•  audit_column 참조 여부 확인(ANY·ALL)</a:t>
            </a:r>
          </a:p>
          <a:p>
            <a:pPr algn="l">
              <a:spcAft>
                <a:spcPts val="1000"/>
              </a:spcAft>
            </a:pPr>
            <a:r>
              <a:rPr sz="1700" b="0">
                <a:solidFill>
                  <a:srgbClr val="222222"/>
                </a:solidFill>
                <a:latin typeface="맑은 고딕"/>
              </a:rPr>
              <a:t>•  처리된 행 중 audit_condition 만족 확인</a:t>
            </a:r>
          </a:p>
          <a:p>
            <a:pPr algn="l">
              <a:spcAft>
                <a:spcPts val="1000"/>
              </a:spcAft>
            </a:pPr>
            <a:r>
              <a:rPr sz="1700" b="0">
                <a:solidFill>
                  <a:srgbClr val="222222"/>
                </a:solidFill>
                <a:latin typeface="맑은 고딕"/>
              </a:rPr>
              <a:t>•  통과하면 문장 하나당 정책 하나에 1건</a:t>
            </a:r>
          </a:p>
          <a:p>
            <a:pPr algn="l">
              <a:spcAft>
                <a:spcPts val="1000"/>
              </a:spcAft>
            </a:pPr>
            <a:r>
              <a:rPr sz="1700" b="0">
                <a:solidFill>
                  <a:srgbClr val="222222"/>
                </a:solidFill>
                <a:latin typeface="맑은 고딕"/>
              </a:rPr>
              <a:t>•  핸들러가 있으면 첫 만족 행 뒤에 호출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트랜잭션과 독립적인 기록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ROLLBACK해도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감사 기록은 사용자 트랜잭션과 별도 저장</a:t>
            </a:r>
          </a:p>
          <a:p>
            <a:pPr algn="l">
              <a:spcAft>
                <a:spcPts val="1000"/>
              </a:spcAft>
            </a:pPr>
            <a:r>
              <a:rPr sz="1700" b="0">
                <a:solidFill>
                  <a:srgbClr val="222222"/>
                </a:solidFill>
                <a:latin typeface="맑은 고딕"/>
              </a:rPr>
              <a:t>•  급여를 고쳤다가 취소한 시도도 기록</a:t>
            </a:r>
          </a:p>
          <a:p>
            <a:pPr algn="l">
              <a:spcAft>
                <a:spcPts val="1000"/>
              </a:spcAft>
            </a:pPr>
            <a:r>
              <a:rPr sz="1700" b="0">
                <a:solidFill>
                  <a:srgbClr val="222222"/>
                </a:solidFill>
                <a:latin typeface="맑은 고딕"/>
              </a:rPr>
              <a:t>•  데이터 이력이 아니라 접근 시도 이력</a:t>
            </a:r>
          </a:p>
          <a:p>
            <a:pPr algn="l">
              <a:spcAft>
                <a:spcPts val="1000"/>
              </a:spcAft>
            </a:pPr>
            <a:r>
              <a:rPr sz="1700" b="0">
                <a:solidFill>
                  <a:srgbClr val="222222"/>
                </a:solidFill>
                <a:latin typeface="맑은 고딕"/>
              </a:rPr>
              <a:t>•  접근을 막지는 않는다(막는 것은 VPD)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비슷한 기능과의 구분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막는가, 가리는가, 기록하는가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표준·통합 감사: 조건 없이 문장 기록</a:t>
            </a:r>
          </a:p>
          <a:p>
            <a:pPr algn="l">
              <a:spcAft>
                <a:spcPts val="1000"/>
              </a:spcAft>
            </a:pPr>
            <a:r>
              <a:rPr sz="1700" b="0">
                <a:solidFill>
                  <a:srgbClr val="222222"/>
                </a:solidFill>
                <a:latin typeface="맑은 고딕"/>
              </a:rPr>
              <a:t>•  FGA: 조건을 만족하는 문장만 기록</a:t>
            </a:r>
          </a:p>
          <a:p>
            <a:pPr algn="l">
              <a:spcAft>
                <a:spcPts val="1000"/>
              </a:spcAft>
            </a:pPr>
            <a:r>
              <a:rPr sz="1700" b="0">
                <a:solidFill>
                  <a:srgbClr val="222222"/>
                </a:solidFill>
                <a:latin typeface="맑은 고딕"/>
              </a:rPr>
              <a:t>•  VPD: 행을 걸러 냄, 기록 없음</a:t>
            </a:r>
          </a:p>
          <a:p>
            <a:pPr algn="l">
              <a:spcAft>
                <a:spcPts val="1000"/>
              </a:spcAft>
            </a:pPr>
            <a:r>
              <a:rPr sz="1700" b="0">
                <a:solidFill>
                  <a:srgbClr val="222222"/>
                </a:solidFill>
                <a:latin typeface="맑은 고딕"/>
              </a:rPr>
              <a:t>•  Redaction: 값을 가림, 기록 없음</a:t>
            </a:r>
          </a:p>
          <a:p>
            <a:pPr algn="l">
              <a:spcAft>
                <a:spcPts val="1000"/>
              </a:spcAft>
            </a:pPr>
            <a:r>
              <a:rPr sz="1700" b="0">
                <a:solidFill>
                  <a:srgbClr val="222222"/>
                </a:solidFill>
                <a:latin typeface="맑은 고딕"/>
              </a:rPr>
              <a:t>•  FGA는 EE 포함 기능, 별도 옵션 불필요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감사 모드와 FGA 기록 위치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19c 기본은 혼합 모드</a:t>
            </a:r>
          </a:p>
          <a:p>
            <a:pPr algn="l">
              <a:spcAft>
                <a:spcPts val="800"/>
              </a:spcAft>
            </a:pPr>
            <a:r>
              <a:rPr sz="1600" b="0">
                <a:solidFill>
                  <a:srgbClr val="FFFFFF"/>
                </a:solidFill>
                <a:latin typeface="맑은 고딕"/>
              </a:rPr>
              <a:t>•  V$OPTION으로 모드 판별</a:t>
            </a:r>
          </a:p>
          <a:p>
            <a:pPr algn="l">
              <a:spcAft>
                <a:spcPts val="800"/>
              </a:spcAft>
            </a:pPr>
            <a:r>
              <a:rPr sz="1600" b="0">
                <a:solidFill>
                  <a:srgbClr val="FFFFFF"/>
                </a:solidFill>
                <a:latin typeface="맑은 고딕"/>
              </a:rPr>
              <a:t>•  모드와 audit_trail이 위치를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혼합 모드와 순수 통합 감사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기본은 혼합 모드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혼합: 전통적 감사 + 통합 감사 정책</a:t>
            </a:r>
          </a:p>
          <a:p>
            <a:pPr algn="l">
              <a:spcAft>
                <a:spcPts val="1000"/>
              </a:spcAft>
            </a:pPr>
            <a:r>
              <a:rPr sz="1700" b="0">
                <a:solidFill>
                  <a:srgbClr val="222222"/>
                </a:solidFill>
                <a:latin typeface="맑은 고딕"/>
              </a:rPr>
              <a:t>•  V$OPTION Unified Auditing FALSE면 혼합</a:t>
            </a:r>
          </a:p>
          <a:p>
            <a:pPr algn="l">
              <a:spcAft>
                <a:spcPts val="1000"/>
              </a:spcAft>
            </a:pPr>
            <a:r>
              <a:rPr sz="1700" b="0">
                <a:solidFill>
                  <a:srgbClr val="222222"/>
                </a:solidFill>
                <a:latin typeface="맑은 고딕"/>
              </a:rPr>
              <a:t>•  기본 정책 ORA_SECURECONFIG 등이 켜져 있다</a:t>
            </a:r>
          </a:p>
          <a:p>
            <a:pPr algn="l">
              <a:spcAft>
                <a:spcPts val="1000"/>
              </a:spcAft>
            </a:pPr>
            <a:r>
              <a:rPr sz="1700" b="0">
                <a:solidFill>
                  <a:srgbClr val="222222"/>
                </a:solidFill>
                <a:latin typeface="맑은 고딕"/>
              </a:rPr>
              <a:t>•  순수 통합: uniaud_on 재링크 후 재기동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모드별 FGA 기록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어디를 조회해야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혼합 + DB: SYS.FGA_LOG$ → DBA_FGA_AUDIT_TRAIL</a:t>
            </a:r>
          </a:p>
          <a:p>
            <a:pPr algn="l">
              <a:spcAft>
                <a:spcPts val="1000"/>
              </a:spcAft>
            </a:pPr>
            <a:r>
              <a:rPr sz="1700" b="0">
                <a:solidFill>
                  <a:srgbClr val="222222"/>
                </a:solidFill>
                <a:latin typeface="맑은 고딕"/>
              </a:rPr>
              <a:t>•  혼합 + XML: adump의 XML → V$XML_AUDIT_TRAIL</a:t>
            </a:r>
          </a:p>
          <a:p>
            <a:pPr algn="l">
              <a:spcAft>
                <a:spcPts val="1000"/>
              </a:spcAft>
            </a:pPr>
            <a:r>
              <a:rPr sz="1700" b="0">
                <a:solidFill>
                  <a:srgbClr val="222222"/>
                </a:solidFill>
                <a:latin typeface="맑은 고딕"/>
              </a:rPr>
              <a:t>•  순수 통합: UNIFIED_AUDIT_TRAIL</a:t>
            </a:r>
          </a:p>
          <a:p>
            <a:pPr algn="l">
              <a:spcAft>
                <a:spcPts val="1000"/>
              </a:spcAft>
            </a:pPr>
            <a:r>
              <a:rPr sz="1700" b="0">
                <a:solidFill>
                  <a:srgbClr val="222222"/>
                </a:solidFill>
                <a:latin typeface="맑은 고딕"/>
              </a:rPr>
              <a:t>•  실습 결과: FGA 기록은 FGA_LOG$에만, 통합 기록 0건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DBMS_FGA.ADD_POLICY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정책 하나 = 객체 + 조건 + 컬럼 + 문장 유형</a:t>
            </a:r>
          </a:p>
          <a:p>
            <a:pPr algn="l">
              <a:spcAft>
                <a:spcPts val="800"/>
              </a:spcAft>
            </a:pPr>
            <a:r>
              <a:rPr sz="1600" b="0">
                <a:solidFill>
                  <a:srgbClr val="FFFFFF"/>
                </a:solidFill>
                <a:latin typeface="맑은 고딕"/>
              </a:rPr>
              <a:t>•  감사 관리 계정을 분리한다</a:t>
            </a:r>
          </a:p>
          <a:p>
            <a:pPr algn="l">
              <a:spcAft>
                <a:spcPts val="800"/>
              </a:spcAft>
            </a:pPr>
            <a:r>
              <a:rPr sz="1600" b="0">
                <a:solidFill>
                  <a:srgbClr val="FFFFFF"/>
                </a:solidFill>
                <a:latin typeface="맑은 고딕"/>
              </a:rPr>
              <a:t>•  정책 소유자 삭제 시 정책도 사라진다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ADD_POLICY의 인자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기본값을 알아야 의도대로 걸린다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audit_condition: NULL이면 항상 참</a:t>
            </a:r>
          </a:p>
          <a:p>
            <a:pPr algn="l">
              <a:spcAft>
                <a:spcPts val="1000"/>
              </a:spcAft>
            </a:pPr>
            <a:r>
              <a:rPr sz="1700" b="0">
                <a:solidFill>
                  <a:srgbClr val="222222"/>
                </a:solidFill>
                <a:latin typeface="맑은 고딕"/>
              </a:rPr>
              <a:t>•  audit_column: NULL이면 모든 컬럼</a:t>
            </a:r>
          </a:p>
          <a:p>
            <a:pPr algn="l">
              <a:spcAft>
                <a:spcPts val="1000"/>
              </a:spcAft>
            </a:pPr>
            <a:r>
              <a:rPr sz="1700" b="0">
                <a:solidFill>
                  <a:srgbClr val="222222"/>
                </a:solidFill>
                <a:latin typeface="맑은 고딕"/>
              </a:rPr>
              <a:t>•  audit_column_opts: 기본 ANY_COLUMNS</a:t>
            </a:r>
          </a:p>
          <a:p>
            <a:pPr algn="l">
              <a:spcAft>
                <a:spcPts val="1000"/>
              </a:spcAft>
            </a:pPr>
            <a:r>
              <a:rPr sz="1700" b="0">
                <a:solidFill>
                  <a:srgbClr val="222222"/>
                </a:solidFill>
                <a:latin typeface="맑은 고딕"/>
              </a:rPr>
              <a:t>•  statement_types: 기본 SELECT</a:t>
            </a:r>
          </a:p>
          <a:p>
            <a:pPr algn="l">
              <a:spcAft>
                <a:spcPts val="1000"/>
              </a:spcAft>
            </a:pPr>
            <a:r>
              <a:rPr sz="1700" b="0">
                <a:solidFill>
                  <a:srgbClr val="222222"/>
                </a:solidFill>
                <a:latin typeface="맑은 고딕"/>
              </a:rPr>
              <a:t>•  audit_trail: 혼합 모드의 기록 위치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관리 계정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원본의 SECADM을 관리 계정으로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정책 생성에는 DBMS_FGA 실행 권한 필요</a:t>
            </a:r>
          </a:p>
          <a:p>
            <a:pPr algn="l">
              <a:spcAft>
                <a:spcPts val="1000"/>
              </a:spcAft>
            </a:pPr>
            <a:r>
              <a:rPr sz="1700" b="0">
                <a:solidFill>
                  <a:srgbClr val="222222"/>
                </a:solidFill>
                <a:latin typeface="맑은 고딕"/>
              </a:rPr>
              <a:t>•  이 권한으로 정책을 끄고 지울 수도 있다</a:t>
            </a:r>
          </a:p>
          <a:p>
            <a:pPr algn="l">
              <a:spcAft>
                <a:spcPts val="1000"/>
              </a:spcAft>
            </a:pPr>
            <a:r>
              <a:rPr sz="1700" b="0">
                <a:solidFill>
                  <a:srgbClr val="222222"/>
                </a:solidFill>
                <a:latin typeface="맑은 고딕"/>
              </a:rPr>
              <a:t>•  조건은 정책 소유자 권한으로 평가</a:t>
            </a:r>
          </a:p>
          <a:p>
            <a:pPr algn="l">
              <a:spcAft>
                <a:spcPts val="1000"/>
              </a:spcAft>
            </a:pPr>
            <a:r>
              <a:rPr sz="1700" b="0">
                <a:solidFill>
                  <a:srgbClr val="222222"/>
                </a:solidFill>
                <a:latin typeface="맑은 고딕"/>
              </a:rPr>
              <a:t>•  소유자나 대상 객체를 지우면 정책도 삭제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생성과 중복 이름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이름은 다시 만들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객체에 같은 정책 이름은 하나</a:t>
            </a:r>
          </a:p>
          <a:p>
            <a:pPr algn="l">
              <a:spcAft>
                <a:spcPts val="1000"/>
              </a:spcAft>
            </a:pPr>
            <a:r>
              <a:rPr sz="1700" b="0">
                <a:solidFill>
                  <a:srgbClr val="222222"/>
                </a:solidFill>
                <a:latin typeface="맑은 고딕"/>
              </a:rPr>
              <a:t>•  같은 이름 다시 ADD → ORA-28101</a:t>
            </a:r>
          </a:p>
          <a:p>
            <a:pPr algn="l">
              <a:spcAft>
                <a:spcPts val="1000"/>
              </a:spcAft>
            </a:pPr>
            <a:r>
              <a:rPr sz="1700" b="0">
                <a:solidFill>
                  <a:srgbClr val="222222"/>
                </a:solidFill>
                <a:latin typeface="맑은 고딕"/>
              </a:rPr>
              <a:t>•  변경 API가 없어 DROP 후 ADD</a:t>
            </a:r>
          </a:p>
          <a:p>
            <a:pPr algn="l">
              <a:spcAft>
                <a:spcPts val="1000"/>
              </a:spcAft>
            </a:pPr>
            <a:r>
              <a:rPr sz="1700" b="0">
                <a:solidFill>
                  <a:srgbClr val="222222"/>
                </a:solidFill>
                <a:latin typeface="맑은 고딕"/>
              </a:rPr>
              <a:t>•  정의는 DBA_AUDIT_POLICIES로 확인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감사 조건과 감사 컬럼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ANY_COLUMNS와 ALL_COLUMNS</a:t>
            </a:r>
          </a:p>
          <a:p>
            <a:pPr algn="l">
              <a:spcAft>
                <a:spcPts val="800"/>
              </a:spcAft>
            </a:pPr>
            <a:r>
              <a:rPr sz="1600" b="0">
                <a:solidFill>
                  <a:srgbClr val="FFFFFF"/>
                </a:solidFill>
                <a:latin typeface="맑은 고딕"/>
              </a:rPr>
              <a:t>•  audit_condition 작성 규칙</a:t>
            </a:r>
          </a:p>
          <a:p>
            <a:pPr algn="l">
              <a:spcAft>
                <a:spcPts val="800"/>
              </a:spcAft>
            </a:pPr>
            <a:r>
              <a:rPr sz="1600" b="0">
                <a:solidFill>
                  <a:srgbClr val="FFFFFF"/>
                </a:solidFill>
                <a:latin typeface="맑은 고딕"/>
              </a:rPr>
              <a:t>•  DML 감사</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컬럼 참조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하나라도 읽었나, 모두 읽었나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ANY_COLUMNS: 지정 컬럼 중 하나라도</a:t>
            </a:r>
          </a:p>
          <a:p>
            <a:pPr algn="l">
              <a:spcAft>
                <a:spcPts val="1000"/>
              </a:spcAft>
            </a:pPr>
            <a:r>
              <a:rPr sz="1700" b="0">
                <a:solidFill>
                  <a:srgbClr val="222222"/>
                </a:solidFill>
                <a:latin typeface="맑은 고딕"/>
              </a:rPr>
              <a:t>•  ALL_COLUMNS: 지정 컬럼을 모두 참조할 때만</a:t>
            </a:r>
          </a:p>
          <a:p>
            <a:pPr algn="l">
              <a:spcAft>
                <a:spcPts val="1000"/>
              </a:spcAft>
            </a:pPr>
            <a:r>
              <a:rPr sz="1700" b="0">
                <a:solidFill>
                  <a:srgbClr val="222222"/>
                </a:solidFill>
                <a:latin typeface="맑은 고딕"/>
              </a:rPr>
              <a:t>•  WHERE·ORDER BY에서의 참조도 해당</a:t>
            </a:r>
          </a:p>
          <a:p>
            <a:pPr algn="l">
              <a:spcAft>
                <a:spcPts val="1000"/>
              </a:spcAft>
            </a:pPr>
            <a:r>
              <a:rPr sz="1700" b="0">
                <a:solidFill>
                  <a:srgbClr val="222222"/>
                </a:solidFill>
                <a:latin typeface="맑은 고딕"/>
              </a:rPr>
              <a:t>•  조합이 위험한 경우 ALL_COLUMNS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조건과 기록의 관계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조건을 만족한 행이 처리돼야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'SALARY &gt; 9999' 정책</a:t>
            </a:r>
          </a:p>
          <a:p>
            <a:pPr algn="l">
              <a:spcAft>
                <a:spcPts val="1000"/>
              </a:spcAft>
            </a:pPr>
            <a:r>
              <a:rPr sz="1700" b="0">
                <a:solidFill>
                  <a:srgbClr val="222222"/>
                </a:solidFill>
                <a:latin typeface="맑은 고딕"/>
              </a:rPr>
              <a:t>•  102번(17000) 조회 → 기록</a:t>
            </a:r>
          </a:p>
          <a:p>
            <a:pPr algn="l">
              <a:spcAft>
                <a:spcPts val="1000"/>
              </a:spcAft>
            </a:pPr>
            <a:r>
              <a:rPr sz="1700" b="0">
                <a:solidFill>
                  <a:srgbClr val="222222"/>
                </a:solidFill>
                <a:latin typeface="맑은 고딕"/>
              </a:rPr>
              <a:t>•  105번(4800) 조회 → 기록 없음</a:t>
            </a:r>
          </a:p>
          <a:p>
            <a:pPr algn="l">
              <a:spcAft>
                <a:spcPts val="1000"/>
              </a:spcAft>
            </a:pPr>
            <a:r>
              <a:rPr sz="1700" b="0">
                <a:solidFill>
                  <a:srgbClr val="222222"/>
                </a:solidFill>
                <a:latin typeface="맑은 고딕"/>
              </a:rPr>
              <a:t>•  90번 부서 3명 조회 → 1건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audit_condition 작성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쓸 수 없는 것들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행 값으로 평가 가능한 불리언 식</a:t>
            </a:r>
          </a:p>
          <a:p>
            <a:pPr algn="l">
              <a:spcAft>
                <a:spcPts val="1000"/>
              </a:spcAft>
            </a:pPr>
            <a:r>
              <a:rPr sz="1700" b="0">
                <a:solidFill>
                  <a:srgbClr val="222222"/>
                </a:solidFill>
                <a:latin typeface="맑은 고딕"/>
              </a:rPr>
              <a:t>•  서브쿼리, 시퀀스 사용 불가</a:t>
            </a:r>
          </a:p>
          <a:p>
            <a:pPr algn="l">
              <a:spcAft>
                <a:spcPts val="1000"/>
              </a:spcAft>
            </a:pPr>
            <a:r>
              <a:rPr sz="1700" b="0">
                <a:solidFill>
                  <a:srgbClr val="222222"/>
                </a:solidFill>
                <a:latin typeface="맑은 고딕"/>
              </a:rPr>
              <a:t>•  ROWNUM, LEVEL, PRIOR 사용 불가</a:t>
            </a:r>
          </a:p>
          <a:p>
            <a:pPr algn="l">
              <a:spcAft>
                <a:spcPts val="1000"/>
              </a:spcAft>
            </a:pPr>
            <a:r>
              <a:rPr sz="1700" b="0">
                <a:solidFill>
                  <a:srgbClr val="222222"/>
                </a:solidFill>
                <a:latin typeface="맑은 고딕"/>
              </a:rPr>
              <a:t>•  USERENV의 CURRENT_SQL 계열 사용 불가</a:t>
            </a:r>
          </a:p>
          <a:p>
            <a:pPr algn="l">
              <a:spcAft>
                <a:spcPts val="1000"/>
              </a:spcAft>
            </a:pPr>
            <a:r>
              <a:rPr sz="1700" b="0">
                <a:solidFill>
                  <a:srgbClr val="222222"/>
                </a:solidFill>
                <a:latin typeface="맑은 고딕"/>
              </a:rPr>
              <a:t>•  같은 테이블을 다시 읽는 조건 → 조회 시 ORA-28112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DML 감사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statement_types로 지정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기본은 SELECT만</a:t>
            </a:r>
          </a:p>
          <a:p>
            <a:pPr algn="l">
              <a:spcAft>
                <a:spcPts val="1000"/>
              </a:spcAft>
            </a:pPr>
            <a:r>
              <a:rPr sz="1700" b="0">
                <a:solidFill>
                  <a:srgbClr val="222222"/>
                </a:solidFill>
                <a:latin typeface="맑은 고딕"/>
              </a:rPr>
              <a:t>•  INSERT, UPDATE, DELETE는 명시</a:t>
            </a:r>
          </a:p>
          <a:p>
            <a:pPr algn="l">
              <a:spcAft>
                <a:spcPts val="1000"/>
              </a:spcAft>
            </a:pPr>
            <a:r>
              <a:rPr sz="1700" b="0">
                <a:solidFill>
                  <a:srgbClr val="222222"/>
                </a:solidFill>
                <a:latin typeface="맑은 고딕"/>
              </a:rPr>
              <a:t>•  MERGE는 지정할 수 없다</a:t>
            </a:r>
          </a:p>
          <a:p>
            <a:pPr algn="l">
              <a:spcAft>
                <a:spcPts val="1000"/>
              </a:spcAft>
            </a:pPr>
            <a:r>
              <a:rPr sz="1700" b="0">
                <a:solidFill>
                  <a:srgbClr val="222222"/>
                </a:solidFill>
                <a:latin typeface="맑은 고딕"/>
              </a:rPr>
              <a:t>•  직접 경로 INSERT는 일반 경로로 바뀐다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고액 연봉자 조회만 기록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하루 수십만 건에서 수백 건으로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급여 조회 전체 기록 → 의미 없는 대량 기록</a:t>
            </a:r>
          </a:p>
          <a:p>
            <a:pPr algn="l">
              <a:spcAft>
                <a:spcPts val="1000"/>
              </a:spcAft>
            </a:pPr>
            <a:r>
              <a:rPr sz="1700" b="0">
                <a:solidFill>
                  <a:srgbClr val="222222"/>
                </a:solidFill>
                <a:latin typeface="맑은 고딕"/>
              </a:rPr>
              <a:t>•  audit_column SALARY + 'SALARY &gt; 9999'</a:t>
            </a:r>
          </a:p>
          <a:p>
            <a:pPr algn="l">
              <a:spcAft>
                <a:spcPts val="1000"/>
              </a:spcAft>
            </a:pPr>
            <a:r>
              <a:rPr sz="1700" b="0">
                <a:solidFill>
                  <a:srgbClr val="222222"/>
                </a:solidFill>
                <a:latin typeface="맑은 고딕"/>
              </a:rPr>
              <a:t>•  결과에 고액 연봉자가 있을 때만 기록</a:t>
            </a:r>
          </a:p>
          <a:p>
            <a:pPr algn="l">
              <a:spcAft>
                <a:spcPts val="1000"/>
              </a:spcAft>
            </a:pPr>
            <a:r>
              <a:rPr sz="1700" b="0">
                <a:solidFill>
                  <a:srgbClr val="222222"/>
                </a:solidFill>
                <a:latin typeface="맑은 고딕"/>
              </a:rPr>
              <a:t>•  조건 변경 이력은 변경 관리 문서로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audit_trail 옵션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DB와 DB+EXTENDED</a:t>
            </a:r>
          </a:p>
          <a:p>
            <a:pPr algn="l">
              <a:spcAft>
                <a:spcPts val="800"/>
              </a:spcAft>
            </a:pPr>
            <a:r>
              <a:rPr sz="1600" b="0">
                <a:solidFill>
                  <a:srgbClr val="FFFFFF"/>
                </a:solidFill>
                <a:latin typeface="맑은 고딕"/>
              </a:rPr>
              <a:t>•  XML과 XML+EXTENDED</a:t>
            </a:r>
          </a:p>
          <a:p>
            <a:pPr algn="l">
              <a:spcAft>
                <a:spcPts val="800"/>
              </a:spcAft>
            </a:pPr>
            <a:r>
              <a:rPr sz="1600" b="0">
                <a:solidFill>
                  <a:srgbClr val="FFFFFF"/>
                </a:solidFill>
                <a:latin typeface="맑은 고딕"/>
              </a:rPr>
              <a:t>•  감사 기록 속 민감 정보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DB와 DB+EXTENDED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문과 바인드 값까지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SYS.FGA_LOG$에 누가·언제·어느 정책</a:t>
            </a:r>
          </a:p>
          <a:p>
            <a:pPr algn="l">
              <a:spcAft>
                <a:spcPts val="1000"/>
              </a:spcAft>
            </a:pPr>
            <a:r>
              <a:rPr sz="1700" b="0">
                <a:solidFill>
                  <a:srgbClr val="222222"/>
                </a:solidFill>
                <a:latin typeface="맑은 고딕"/>
              </a:rPr>
              <a:t>•  EXTENDED: SQL_TEXT, SQL_BIND 추가</a:t>
            </a:r>
          </a:p>
          <a:p>
            <a:pPr algn="l">
              <a:spcAft>
                <a:spcPts val="1000"/>
              </a:spcAft>
            </a:pPr>
            <a:r>
              <a:rPr sz="1700" b="0">
                <a:solidFill>
                  <a:srgbClr val="222222"/>
                </a:solidFill>
                <a:latin typeface="맑은 고딕"/>
              </a:rPr>
              <a:t>•  조회 조건을 알아야 감사 의미가 생긴다</a:t>
            </a:r>
          </a:p>
          <a:p>
            <a:pPr algn="l">
              <a:spcAft>
                <a:spcPts val="1000"/>
              </a:spcAft>
            </a:pPr>
            <a:r>
              <a:rPr sz="1700" b="0">
                <a:solidFill>
                  <a:srgbClr val="222222"/>
                </a:solidFill>
                <a:latin typeface="맑은 고딕"/>
              </a:rPr>
              <a:t>•  실습: ROLLBACK한 UPDATE도 #1(3):105로 기록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XML과 XML+EXTENDED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OS 파일로 남기기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AUDIT_FILE_DEST의 XML 파일에 기록</a:t>
            </a:r>
          </a:p>
          <a:p>
            <a:pPr algn="l">
              <a:spcAft>
                <a:spcPts val="1000"/>
              </a:spcAft>
            </a:pPr>
            <a:r>
              <a:rPr sz="1700" b="0">
                <a:solidFill>
                  <a:srgbClr val="222222"/>
                </a:solidFill>
                <a:latin typeface="맑은 고딕"/>
              </a:rPr>
              <a:t>•  V$XML_AUDIT_TRAIL로 조회</a:t>
            </a:r>
          </a:p>
          <a:p>
            <a:pPr algn="l">
              <a:spcAft>
                <a:spcPts val="1000"/>
              </a:spcAft>
            </a:pPr>
            <a:r>
              <a:rPr sz="1700" b="0">
                <a:solidFill>
                  <a:srgbClr val="222222"/>
                </a:solidFill>
                <a:latin typeface="맑은 고딕"/>
              </a:rPr>
              <a:t>•  DB 안에서 지우기 어렵다</a:t>
            </a:r>
          </a:p>
          <a:p>
            <a:pPr algn="l">
              <a:spcAft>
                <a:spcPts val="1000"/>
              </a:spcAft>
            </a:pPr>
            <a:r>
              <a:rPr sz="1700" b="0">
                <a:solidFill>
                  <a:srgbClr val="222222"/>
                </a:solidFill>
                <a:latin typeface="맑은 고딕"/>
              </a:rPr>
              <a:t>•  쓰기 실패 시 감사 대상 문장도 실패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 기록 속 민감 정보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기록도 데이터만큼 보호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바인드 값과 리터럴이 평문으로 남는다</a:t>
            </a:r>
          </a:p>
          <a:p>
            <a:pPr algn="l">
              <a:spcAft>
                <a:spcPts val="1000"/>
              </a:spcAft>
            </a:pPr>
            <a:r>
              <a:rPr sz="1700" b="0">
                <a:solidFill>
                  <a:srgbClr val="222222"/>
                </a:solidFill>
                <a:latin typeface="맑은 고딕"/>
              </a:rPr>
              <a:t>•  카드 번호, 주민번호가 기록에 들어간다</a:t>
            </a:r>
          </a:p>
          <a:p>
            <a:pPr algn="l">
              <a:spcAft>
                <a:spcPts val="1000"/>
              </a:spcAft>
            </a:pPr>
            <a:r>
              <a:rPr sz="1700" b="0">
                <a:solidFill>
                  <a:srgbClr val="222222"/>
                </a:solidFill>
                <a:latin typeface="맑은 고딕"/>
              </a:rPr>
              <a:t>•  FGA_LOG$·XML 파일 접근 권한 최소화</a:t>
            </a:r>
          </a:p>
          <a:p>
            <a:pPr algn="l">
              <a:spcAft>
                <a:spcPts val="1000"/>
              </a:spcAft>
            </a:pPr>
            <a:r>
              <a:rPr sz="1700" b="0">
                <a:solidFill>
                  <a:srgbClr val="222222"/>
                </a:solidFill>
                <a:latin typeface="맑은 고딕"/>
              </a:rPr>
              <a:t>•  외부로 옮길 때도 같은 보호 수준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이벤트 핸들러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조건 충족 시 즉시 알림</a:t>
            </a:r>
          </a:p>
          <a:p>
            <a:pPr algn="l">
              <a:spcAft>
                <a:spcPts val="800"/>
              </a:spcAft>
            </a:pPr>
            <a:r>
              <a:rPr sz="1600" b="0">
                <a:solidFill>
                  <a:srgbClr val="FFFFFF"/>
                </a:solidFill>
                <a:latin typeface="맑은 고딕"/>
              </a:rPr>
              <a:t>•  핸들러 형식과 실행 시점</a:t>
            </a:r>
          </a:p>
          <a:p>
            <a:pPr algn="l">
              <a:spcAft>
                <a:spcPts val="800"/>
              </a:spcAft>
            </a:pPr>
            <a:r>
              <a:rPr sz="1600" b="0">
                <a:solidFill>
                  <a:srgbClr val="FFFFFF"/>
                </a:solidFill>
                <a:latin typeface="맑은 고딕"/>
              </a:rPr>
              <a:t>•  핸들러 오류 = 사용자 문장 실패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핸들러의 형식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인자를 받는 프로시저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(object_schema, object_name, policy_name)</a:t>
            </a:r>
          </a:p>
          <a:p>
            <a:pPr algn="l">
              <a:spcAft>
                <a:spcPts val="1000"/>
              </a:spcAft>
            </a:pPr>
            <a:r>
              <a:rPr sz="1700" b="0">
                <a:solidFill>
                  <a:srgbClr val="222222"/>
                </a:solidFill>
                <a:latin typeface="맑은 고딕"/>
              </a:rPr>
              <a:t>•  조건 만족 첫 행 처리 뒤 한 번 호출</a:t>
            </a:r>
          </a:p>
          <a:p>
            <a:pPr algn="l">
              <a:spcAft>
                <a:spcPts val="1000"/>
              </a:spcAft>
            </a:pPr>
            <a:r>
              <a:rPr sz="1700" b="0">
                <a:solidFill>
                  <a:srgbClr val="222222"/>
                </a:solidFill>
                <a:latin typeface="맑은 고딕"/>
              </a:rPr>
              <a:t>•  핸들러 소유자 권한으로 실행</a:t>
            </a:r>
          </a:p>
          <a:p>
            <a:pPr algn="l">
              <a:spcAft>
                <a:spcPts val="1000"/>
              </a:spcAft>
            </a:pPr>
            <a:r>
              <a:rPr sz="1700" b="0">
                <a:solidFill>
                  <a:srgbClr val="222222"/>
                </a:solidFill>
                <a:latin typeface="맑은 고딕"/>
              </a:rPr>
              <a:t>•  COMMIT, ROLLBACK, DDL 금지</a:t>
            </a:r>
          </a:p>
          <a:p>
            <a:pPr algn="l">
              <a:spcAft>
                <a:spcPts val="1000"/>
              </a:spcAft>
            </a:pPr>
            <a:r>
              <a:rPr sz="1700" b="0">
                <a:solidFill>
                  <a:srgbClr val="222222"/>
                </a:solidFill>
                <a:latin typeface="맑은 고딕"/>
              </a:rPr>
              <a:t>•  알림: UTL_FILE, UTL_SMTP, 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핸들러 오류는 업무 장애가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매뉴얼이 명시한 동작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핸들러 예외 → 사용자 문장 실패</a:t>
            </a:r>
          </a:p>
          <a:p>
            <a:pPr algn="l">
              <a:spcAft>
                <a:spcPts val="1000"/>
              </a:spcAft>
            </a:pPr>
            <a:r>
              <a:rPr sz="1700" b="0">
                <a:solidFill>
                  <a:srgbClr val="222222"/>
                </a:solidFill>
                <a:latin typeface="맑은 고딕"/>
              </a:rPr>
              <a:t>•  실습: 디렉터리 없음 → ORA-28144 + ORA-29283</a:t>
            </a:r>
          </a:p>
          <a:p>
            <a:pPr algn="l">
              <a:spcAft>
                <a:spcPts val="1000"/>
              </a:spcAft>
            </a:pPr>
            <a:r>
              <a:rPr sz="1700" b="0">
                <a:solidFill>
                  <a:srgbClr val="222222"/>
                </a:solidFill>
                <a:latin typeface="맑은 고딕"/>
              </a:rPr>
              <a:t>•  디렉터리를 만든 뒤 정상 동작</a:t>
            </a:r>
          </a:p>
          <a:p>
            <a:pPr algn="l">
              <a:spcAft>
                <a:spcPts val="1000"/>
              </a:spcAft>
            </a:pPr>
            <a:r>
              <a:rPr sz="1700" b="0">
                <a:solidFill>
                  <a:srgbClr val="222222"/>
                </a:solidFill>
                <a:latin typeface="맑은 고딕"/>
              </a:rPr>
              <a:t>•  모든 예외를 핸들러 안에서 처리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DISABLE, ENABLE, DROP</a:t>
            </a:r>
          </a:p>
          <a:p>
            <a:pPr algn="l">
              <a:spcAft>
                <a:spcPts val="800"/>
              </a:spcAft>
            </a:pPr>
            <a:r>
              <a:rPr sz="1600" b="0">
                <a:solidFill>
                  <a:srgbClr val="FFFFFF"/>
                </a:solidFill>
                <a:latin typeface="맑은 고딕"/>
              </a:rPr>
              <a:t>•  정책 관리 작업도 감사 대상</a:t>
            </a:r>
          </a:p>
          <a:p>
            <a:pPr algn="l">
              <a:spcAft>
                <a:spcPts val="800"/>
              </a:spcAft>
            </a:pPr>
            <a:r>
              <a:rPr sz="1600" b="0">
                <a:solidFill>
                  <a:srgbClr val="FFFFFF"/>
                </a:solidFill>
                <a:latin typeface="맑은 고딕"/>
              </a:rPr>
              <a:t>•  권한 분리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비활성화와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끈 동안은 기록이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DISABLE_POLICY로 끄고 ENABLE_POLICY로 켬</a:t>
            </a:r>
          </a:p>
          <a:p>
            <a:pPr algn="l">
              <a:spcAft>
                <a:spcPts val="1000"/>
              </a:spcAft>
            </a:pPr>
            <a:r>
              <a:rPr sz="1700" b="0">
                <a:solidFill>
                  <a:srgbClr val="222222"/>
                </a:solidFill>
                <a:latin typeface="맑은 고딕"/>
              </a:rPr>
              <a:t>•  DROP_POLICY는 정의 삭제, 기록은 남음</a:t>
            </a:r>
          </a:p>
          <a:p>
            <a:pPr algn="l">
              <a:spcAft>
                <a:spcPts val="1000"/>
              </a:spcAft>
            </a:pPr>
            <a:r>
              <a:rPr sz="1700" b="0">
                <a:solidFill>
                  <a:srgbClr val="222222"/>
                </a:solidFill>
                <a:latin typeface="맑은 고딕"/>
              </a:rPr>
              <a:t>•  DBMS_FGA 호출은 진행 중 DML을 COMMIT</a:t>
            </a:r>
          </a:p>
          <a:p>
            <a:pPr algn="l">
              <a:spcAft>
                <a:spcPts val="1000"/>
              </a:spcAft>
            </a:pPr>
            <a:r>
              <a:rPr sz="1700" b="0">
                <a:solidFill>
                  <a:srgbClr val="222222"/>
                </a:solidFill>
                <a:latin typeface="맑은 고딕"/>
              </a:rPr>
              <a:t>•  소유자 DROP USER → 정책 자동 삭제(실습 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감사를 감사한다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정책을 끄고 조회하면 흔적이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DBMS_FGA 실행을 통합 감사 정책으로 기록</a:t>
            </a:r>
          </a:p>
          <a:p>
            <a:pPr algn="l">
              <a:spcAft>
                <a:spcPts val="1000"/>
              </a:spcAft>
            </a:pPr>
            <a:r>
              <a:rPr sz="1700" b="0">
                <a:solidFill>
                  <a:srgbClr val="222222"/>
                </a:solidFill>
                <a:latin typeface="맑은 고딕"/>
              </a:rPr>
              <a:t>•  DBMS_FGA 권한과 DBMS_AUDIT_MGMT 권한 분리</a:t>
            </a:r>
          </a:p>
          <a:p>
            <a:pPr algn="l">
              <a:spcAft>
                <a:spcPts val="1000"/>
              </a:spcAft>
            </a:pPr>
            <a:r>
              <a:rPr sz="1700" b="0">
                <a:solidFill>
                  <a:srgbClr val="222222"/>
                </a:solidFill>
                <a:latin typeface="맑은 고딕"/>
              </a:rPr>
              <a:t>•  감사 대상자가 기록을 못 지우게</a:t>
            </a:r>
          </a:p>
          <a:p>
            <a:pPr algn="l">
              <a:spcAft>
                <a:spcPts val="1000"/>
              </a:spcAft>
            </a:pPr>
            <a:r>
              <a:rPr sz="1700" b="0">
                <a:solidFill>
                  <a:srgbClr val="222222"/>
                </a:solidFill>
                <a:latin typeface="맑은 고딕"/>
              </a:rPr>
              <a:t>•  정책 소유 계정 관리 강화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정책 정의와 기록을 나눠 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FGA 관련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정의는 POLICIES, 기록은 TRAIL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DBA_AUDIT_POLICIES: 정책 정의</a:t>
            </a:r>
          </a:p>
          <a:p>
            <a:pPr algn="l">
              <a:spcAft>
                <a:spcPts val="1000"/>
              </a:spcAft>
            </a:pPr>
            <a:r>
              <a:rPr sz="1700" b="0">
                <a:solidFill>
                  <a:srgbClr val="222222"/>
                </a:solidFill>
                <a:latin typeface="맑은 고딕"/>
              </a:rPr>
              <a:t>•  DBA_AUDIT_POLICY_COLUMNS: 감사 컬럼</a:t>
            </a:r>
          </a:p>
          <a:p>
            <a:pPr algn="l">
              <a:spcAft>
                <a:spcPts val="1000"/>
              </a:spcAft>
            </a:pPr>
            <a:r>
              <a:rPr sz="1700" b="0">
                <a:solidFill>
                  <a:srgbClr val="222222"/>
                </a:solidFill>
                <a:latin typeface="맑은 고딕"/>
              </a:rPr>
              <a:t>•  DBA_FGA_AUDIT_TRAIL: FGA_LOG$ 기록</a:t>
            </a:r>
          </a:p>
          <a:p>
            <a:pPr algn="l">
              <a:spcAft>
                <a:spcPts val="1000"/>
              </a:spcAft>
            </a:pPr>
            <a:r>
              <a:rPr sz="1700" b="0">
                <a:solidFill>
                  <a:srgbClr val="222222"/>
                </a:solidFill>
                <a:latin typeface="맑은 고딕"/>
              </a:rPr>
              <a:t>•  V$XML_AUDIT_TRAIL: XML 기록</a:t>
            </a:r>
          </a:p>
          <a:p>
            <a:pPr algn="l">
              <a:spcAft>
                <a:spcPts val="1000"/>
              </a:spcAft>
            </a:pPr>
            <a:r>
              <a:rPr sz="1700" b="0">
                <a:solidFill>
                  <a:srgbClr val="222222"/>
                </a:solidFill>
                <a:latin typeface="맑은 고딕"/>
              </a:rPr>
              <a:t>•  UNIFIED_AUDIT_TRAIL: FGA_POLICY_NAME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목적 정의부터</a:t>
            </a:r>
          </a:p>
          <a:p>
            <a:pPr algn="l">
              <a:spcAft>
                <a:spcPts val="800"/>
              </a:spcAft>
            </a:pPr>
            <a:r>
              <a:rPr sz="1600" b="0">
                <a:solidFill>
                  <a:srgbClr val="FFFFFF"/>
                </a:solidFill>
                <a:latin typeface="맑은 고딕"/>
              </a:rPr>
              <a:t>•  기록은 정리 대상이다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 설계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목적 → 계정 → 정책 → 시험 → 정리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컬럼이 문제인가, 행이 문제인가</a:t>
            </a:r>
          </a:p>
          <a:p>
            <a:pPr algn="l">
              <a:spcAft>
                <a:spcPts val="1000"/>
              </a:spcAft>
            </a:pPr>
            <a:r>
              <a:rPr sz="1700" b="0">
                <a:solidFill>
                  <a:srgbClr val="222222"/>
                </a:solidFill>
                <a:latin typeface="맑은 고딕"/>
              </a:rPr>
              <a:t>•  감사 관리 계정 분리</a:t>
            </a:r>
          </a:p>
          <a:p>
            <a:pPr algn="l">
              <a:spcAft>
                <a:spcPts val="1000"/>
              </a:spcAft>
            </a:pPr>
            <a:r>
              <a:rPr sz="1700" b="0">
                <a:solidFill>
                  <a:srgbClr val="222222"/>
                </a:solidFill>
                <a:latin typeface="맑은 고딕"/>
              </a:rPr>
              <a:t>•  조건 만족·불만족 조회 모두 시험</a:t>
            </a:r>
          </a:p>
          <a:p>
            <a:pPr algn="l">
              <a:spcAft>
                <a:spcPts val="1000"/>
              </a:spcAft>
            </a:pPr>
            <a:r>
              <a:rPr sz="1700" b="0">
                <a:solidFill>
                  <a:srgbClr val="222222"/>
                </a:solidFill>
                <a:latin typeface="맑은 고딕"/>
              </a:rPr>
              <a:t>•  보관 기간과 정리 작업(13장)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감사가 장애가 되지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없는 정책은 기록만 늘린다</a:t>
            </a:r>
          </a:p>
          <a:p>
            <a:pPr algn="l">
              <a:spcAft>
                <a:spcPts val="1000"/>
              </a:spcAft>
            </a:pPr>
            <a:r>
              <a:rPr sz="1700" b="0">
                <a:solidFill>
                  <a:srgbClr val="222222"/>
                </a:solidFill>
                <a:latin typeface="맑은 고딕"/>
              </a:rPr>
              <a:t>•  기록 테이블스페이스·adump 공간 감시</a:t>
            </a:r>
          </a:p>
          <a:p>
            <a:pPr algn="l">
              <a:spcAft>
                <a:spcPts val="1000"/>
              </a:spcAft>
            </a:pPr>
            <a:r>
              <a:rPr sz="1700" b="0">
                <a:solidFill>
                  <a:srgbClr val="222222"/>
                </a:solidFill>
                <a:latin typeface="맑은 고딕"/>
              </a:rPr>
              <a:t>•  테이블 재생성·이관 시 정책 사라짐</a:t>
            </a:r>
          </a:p>
          <a:p>
            <a:pPr algn="l">
              <a:spcAft>
                <a:spcPts val="1000"/>
              </a:spcAft>
            </a:pPr>
            <a:r>
              <a:rPr sz="1700" b="0">
                <a:solidFill>
                  <a:srgbClr val="222222"/>
                </a:solidFill>
                <a:latin typeface="맑은 고딕"/>
              </a:rPr>
              <a:t>•  순수 통합 감사 전환 대비 조회 준비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FGA = 컬럼 참조 + 행 조건으로 고른 접근만 기록</a:t>
            </a:r>
          </a:p>
          <a:p>
            <a:pPr algn="l">
              <a:spcAft>
                <a:spcPts val="1000"/>
              </a:spcAft>
            </a:pPr>
            <a:r>
              <a:rPr sz="1600" b="0">
                <a:solidFill>
                  <a:srgbClr val="222222"/>
                </a:solidFill>
                <a:latin typeface="맑은 고딕"/>
              </a:rPr>
              <a:t>•  문장당 정책당 1건, ROLLBACK해도 기록 유지</a:t>
            </a:r>
          </a:p>
          <a:p>
            <a:pPr algn="l">
              <a:spcAft>
                <a:spcPts val="1000"/>
              </a:spcAft>
            </a:pPr>
            <a:r>
              <a:rPr sz="1600" b="0">
                <a:solidFill>
                  <a:srgbClr val="222222"/>
                </a:solidFill>
                <a:latin typeface="맑은 고딕"/>
              </a:rPr>
              <a:t>•  조건 NULL은 항상 참, ANY·ALL 컬럼 기준</a:t>
            </a:r>
          </a:p>
          <a:p>
            <a:pPr algn="l">
              <a:spcAft>
                <a:spcPts val="1000"/>
              </a:spcAft>
            </a:pPr>
            <a:r>
              <a:rPr sz="1600" b="0">
                <a:solidFill>
                  <a:srgbClr val="222222"/>
                </a:solidFill>
                <a:latin typeface="맑은 고딕"/>
              </a:rPr>
              <a:t>•  DB(FGA_LOG$)·XML(adump), EXTENDED는 SQL·바인드</a:t>
            </a:r>
          </a:p>
          <a:p>
            <a:pPr algn="l">
              <a:spcAft>
                <a:spcPts val="1000"/>
              </a:spcAft>
            </a:pPr>
            <a:r>
              <a:rPr sz="1600" b="0">
                <a:solidFill>
                  <a:srgbClr val="222222"/>
                </a:solidFill>
                <a:latin typeface="맑은 고딕"/>
              </a:rPr>
              <a:t>•  핸들러 오류는 사용자 문장 실패</a:t>
            </a:r>
          </a:p>
          <a:p>
            <a:pPr algn="l">
              <a:spcAft>
                <a:spcPts val="1000"/>
              </a:spcAft>
            </a:pPr>
            <a:r>
              <a:rPr sz="1600" b="0">
                <a:solidFill>
                  <a:srgbClr val="222222"/>
                </a:solidFill>
                <a:latin typeface="맑은 고딕"/>
              </a:rPr>
              <a:t>•  변경은 DROP 후 ADD, 소유자 삭제 시 정책 삭제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조건 만족 3행이 포함된 조회의 기록 수는? → 1건</a:t>
            </a:r>
          </a:p>
          <a:p>
            <a:pPr algn="l">
              <a:spcAft>
                <a:spcPts val="1000"/>
              </a:spcAft>
            </a:pPr>
            <a:r>
              <a:rPr sz="1600" b="0">
                <a:solidFill>
                  <a:srgbClr val="222222"/>
                </a:solidFill>
                <a:latin typeface="맑은 고딕"/>
              </a:rPr>
              <a:t>•  Q2. audit_condition NULL이면? → 0건 결과도 기록</a:t>
            </a:r>
          </a:p>
          <a:p>
            <a:pPr algn="l">
              <a:spcAft>
                <a:spcPts val="1000"/>
              </a:spcAft>
            </a:pPr>
            <a:r>
              <a:rPr sz="1600" b="0">
                <a:solidFill>
                  <a:srgbClr val="222222"/>
                </a:solidFill>
                <a:latin typeface="맑은 고딕"/>
              </a:rPr>
              <a:t>•  Q3. UPDATE 후 ROLLBACK하면 기록은? → 남는다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DB+EXTENDED가 더하는 것은? → SQL 문과 바인드 값</a:t>
            </a:r>
          </a:p>
          <a:p>
            <a:pPr algn="l">
              <a:spcAft>
                <a:spcPts val="1000"/>
              </a:spcAft>
            </a:pPr>
            <a:r>
              <a:rPr sz="1600" b="0">
                <a:solidFill>
                  <a:srgbClr val="222222"/>
                </a:solidFill>
                <a:latin typeface="맑은 고딕"/>
              </a:rPr>
              <a:t>•  Q5. 핸들러가 예외를 내면? → 사용자 문장도 실패</a:t>
            </a:r>
          </a:p>
          <a:p>
            <a:pPr algn="l">
              <a:spcAft>
                <a:spcPts val="1000"/>
              </a:spcAft>
            </a:pPr>
            <a:r>
              <a:rPr sz="1600" b="0">
                <a:solidFill>
                  <a:srgbClr val="222222"/>
                </a:solidFill>
                <a:latin typeface="맑은 고딕"/>
              </a:rPr>
              <a:t>•  Q6. 정책이 사라지지 않는 경우는? → DISABLE_POLICY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정책 기본과 기록 위치: 기본값, 0건 기록, ORA-28101 (12.3, 12.4)</a:t>
            </a:r>
          </a:p>
          <a:p>
            <a:pPr algn="l">
              <a:spcAft>
                <a:spcPts val="1000"/>
              </a:spcAft>
            </a:pPr>
            <a:r>
              <a:rPr sz="1600" b="0">
                <a:solidFill>
                  <a:srgbClr val="222222"/>
                </a:solidFill>
                <a:latin typeface="맑은 고딕"/>
              </a:rPr>
              <a:t>•  02 감사 조건과 컬럼 옵션: 문장당 1건, ORA-28112, ALL_COLUMNS (12.5)</a:t>
            </a:r>
          </a:p>
          <a:p>
            <a:pPr algn="l">
              <a:spcAft>
                <a:spcPts val="1000"/>
              </a:spcAft>
            </a:pPr>
            <a:r>
              <a:rPr sz="1600" b="0">
                <a:solidFill>
                  <a:srgbClr val="222222"/>
                </a:solidFill>
                <a:latin typeface="맑은 고딕"/>
              </a:rPr>
              <a:t>•  03 DML 감사와 audit_trail: ORA-28106, SQL_BIND, XML (12.6)</a:t>
            </a:r>
          </a:p>
          <a:p>
            <a:pPr algn="l">
              <a:spcAft>
                <a:spcPts val="1000"/>
              </a:spcAft>
            </a:pPr>
            <a:r>
              <a:rPr sz="1600" b="0">
                <a:solidFill>
                  <a:srgbClr val="222222"/>
                </a:solidFill>
                <a:latin typeface="맑은 고딕"/>
              </a:rPr>
              <a:t>•  04 이벤트 핸들러: ORA-28144, 실패 문장의 기록 (12.7)</a:t>
            </a:r>
          </a:p>
          <a:p>
            <a:pPr algn="l">
              <a:spcAft>
                <a:spcPts val="1000"/>
              </a:spcAft>
            </a:pPr>
            <a:r>
              <a:rPr sz="1600" b="0">
                <a:solidFill>
                  <a:srgbClr val="222222"/>
                </a:solidFill>
                <a:latin typeface="맑은 고딕"/>
              </a:rPr>
              <a:t>•  05 정책 관리와 철거: DISABLE, ORA-28102, 소유자 삭제 (12.8)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