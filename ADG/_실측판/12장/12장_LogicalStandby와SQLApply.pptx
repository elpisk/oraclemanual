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블록을 복사하면 결과가 똑같아야 하므로 구조를 바꿀 수 없지만 대신 빠르고 데이터 타입을 가리지 않는다. SQL 로 재실행하면 구조가 달라도 되지만 Primary 가 이미 한 계산을 다시 해야 하므로 느리고, SQL 로 표현할 수 없는 타입은 처리하지 못한다. 표를 외우기보다 이 인과를 붙잡으면 나머지가 저절로 따라온다. 실무에서 이 질문을 받으면 표를 나열하기보다 이 한 문장으로 답하는 편이 낫다. 무엇을 복사하느냐가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줄이 이 장의 결론이다. Physical Standby 가 있는 상태에서 하나를 더 두고 그것을 Logical 로 만드는 것이 전형적인 구성이며, 하나뿐인 Standby 를 Logical 로 바꾸는 것은 보호를 약화시키는 선택이다. 재해 복구가 목적이라면 Physical 이 빠르고 제약이 없다. 이 판단을 미루면 나중에 되돌릴 수 없는 자리에서 후회하게 된다. 전환 전에 결론을 내려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이라는 이름 때문에 셋을 섞어 쓰기 쉽다. Logical Standby 는 리두를 받아 SQL 로 적용하며 Switchover 대상이 되고 Broker 로도 관리된다. GoldenGate 는 트레일 파일이라는 자체 형식을 쓰고 Logical Standby 가 못 하는 것을 많이 하지만 그만큼 비용이 든다. 요구가 이기종이나 양방향이면 Logical Standby 로는 안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UNSUPPORTED 에 나온 테이블은 데이터가 복제되지 않는다. 업무에 중요한 테이블이 나온다면 Logical Standby 는 답이 아니다. NOT_UNIQUE 는 복제는 되지만 오라클이 모든 컬럼을 비교해 행을 찾으므로 느려진다. 운영에서 많이 나온다면 기본 키를 추가하는 것이 도입의 사전 작업이 된다. 목록을 외우기보다 뷰를 조회하는 습관이 낫다. 세 뷰를 한 번에 조회하는 스크립트를 만들어 두면 도입 검토 때마다 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이것이 실무에서 가장 먼저 부딪히는 문제다. 지금까지의 실습에서 system.ss_base 같은 테이블을 편의상 자주 썼는데 여기서는 그 습관이 통하지 않는다. UNSKIP 으로 규칙을 뺄 수는 있지만 권장되지 않는다. 내부 스키마에는 데이터 딕셔너리가 들어 있어 그 변경까지 복제하면 Standby 의 딕셔너리가 어긋날 위험이 있다. 답은 업무 객체를 SYSTEM 에 두지 않는 것뿐이다.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시작 시점에 FORCE_LOGGING 은 YES 이고 보충 로깅은 전부 NO 였다. 둘은 서로를 대신하지 못한다. FORCE_LOGGING 은 4장에서 켠 것이며 NOLOGGING 작업도 리두를 남기게 강제한다. 보충 로깅은 리두의 내용을 늘린다. 그래서 켜면 리두 양이 증가하고 Primary 의 I/O 와 전송 대역에 부담이 된다. 리두가 얼마나 늘어나는지는 데이터의 성격에 달렸으므로 도입 전에 시험 환경에서 재 보는 것이 안전하다.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이유는 전환이 하는 일에 있다. Logical Standby 는 컨트롤 파일 유형만 바꾸는 것이 아니라 딕셔너리를 새로 만들고 SCN 체계를 자기 것으로 갖는다. Primary 와의 물리적 동일성이 그 시점에 끊기며, 한 번 끊어진 동일성은 명령으로 복구되지 않는다. 11장의 Snapshot Standby 가 복원 지점 하나로 되돌아갈 수 있었던 것과 근본적으로 다르다. 이 표 한 장이 12장을 11장과 갈라놓는다. 명령 한 줄의 무게가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되돌릴 수 없는 작업 앞에서는 되돌릴 수 있는 지점을 먼저 만든다. 11장에서 오라클이 CONVERT TO SNAPSHOT STANDBY 를 설계한 방식이 그것이며(복원 지점 생성이 첫 단계), 도구가 해 주지 않을 때는 사람이 한다. 운영에서 특히 중요한 것은 재구축 소요 시간을 미리 재 두는 일이다. "되돌릴 수 있다" 와 "몇 시간 안에 되돌릴 수 있다" 는 다르다. 스냅샷을 만드는 데 10분 이상 걸렸지만 그 덕분에 13장을 바로 시작할 수 있었다. 값을 하는 10분이었다.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보충 로깅을 따로 켤 필요가 없다는 뜻이지만, 리두 양이 늘어난다는 사실은 그대로다. BUILD 를 그냥 딕셔너리 만드는 것으로만 알고 있으면 리두가 갑자기 늘어난 이유를 못 찾는다. MIN 이 YES 가 아니라 IMPLICIT 인 것은 PK 와 UI 가 켜져 최소 보충 로깅이 자동으로 성립했기 때문이다. 전후 비교를 습관으로 삼으면 이런 부수 효과를 놓치지 않는다. 실행 전 값을 먼저 적어 두는 것으로 충분하다.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구조가 다음 슬라이드의 사고를 만든다. 딕셔너리가 리두 스트림의 특정 지점에 들어 있기 때문에, MRP 가 그 지점을 이미 적용해 버리면 전환 명령이 찾을 수 없다. 문서에 적힌 순서(적용 중지 → BUILD → 전환)가 그래서 중요하다. 순서 자체보다 왜 그 순서인지를 알면 잊지 않는다. 구조를 알면 오류 메시지 없이 멈춘 상황에서도 무엇을 의심할지 떠오른다.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알림 로그 경로는 추측하지 말고 V$DIAG_INFO 로 확인한다. 실습에서 boston 의 ADR Home 은 diag/rdbms/boston/boston 이었다. 10장에서 Far Sync 의 경로를 찾을 때 배운 방법이다. 전환 명령을 취소할 필요는 없다. 그대로 둔 채 Primary 에서 BUILD 를 다시 실행하고 로그를 전환하면 기다리던 명령이 새 딕셔너리를 만나 끝난다.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ORA-02084 의 메시지 "database name is missing a component" 는 길이 문제를 말하는 것처럼 들리지 않는다. 그래서 한 번 겪어 두면 다음에 빨리 알아본다. KEEP IDENTITY 를 쓰면 Data Guard 구성에 남으므로 나중에 Switchover 대상이 될 수 있고 13장의 Broker 로도 관리할 수 있다. 보고서 전용으로만 쓸 것이 아니라면 KEEP IDENTITY 가 기본 선택이다.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CDB 가 YES 인 채로 전환이 성공했다는 점이 중요하다. Multitenant 환경에서 Logical Standby 를 쓸 수 있는지는 흔한 질문이며 실측이 답을 준다. PDB 안의 스키마도 정상적으로 복제됐다. GUARD_STATUS 는 Primary 에서 조회하면 NONE 이며 Logical Standby 에서만 켜져 있다. 네 값을 한 줄로 조회해 기록해 두면 나중에 상태를 판정할 때 기준이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오류를 네 장에 걸쳐 만났다는 것은 그만큼 근본적인 규칙이라는 뜻이다. 오라클이 이 판단을 역할이 아니라 컨트롤 파일 유형으로 한다. 어떤 데이터베이스에서 MRP 가 뜰지 알고 싶으면 DATABASE_ROLE 이 아니라 CONTROLFILE_TYPE 을 보면 된다. Logical Standby 는 MRP 대신 SQL Apply 를 쓴다. 이 규칙 하나로 네 가지 상황을 설명할 수 있다는 점이 오라클 설계의 일관성을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아무나 아무 데나 쓸 수 있는가. 아니다. 데이터베이스 가드가 막는다. Logical Standby 가 열린 채로 쓰기가 가능하면서도 복제가 유지되는 것은 가드 덕분이다. PDB 를 따로 열어야 하는 것은 이 교재에서 여러 번 나온 그것이며, 12장에서만 전환 후·복구 후 두 번 반복된다. READ WRITE 라는 값만 보고 안심하거나 놀라지 않도록 가드와 함께 이해해야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단계가 전용 프로세스로 나뉘어 있다. 이 구조가 SQL Apply 를 유연하게 만들고 동시에 무겁게 만든다. preserve commit order 가 TRUE 이고 transaction consistency 가 FULL 이라서, 여러 APPLIER 가 병렬로 적용하면서도 Primary 의 커밋 순서가 그대로 지켜진다. 그 보장이 있기에 병렬 적용이 안전하다. 어느 단계가 병목인지 알면 어느 파라미터를 손볼지도 정해진다. 대개는 APPLIER 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V$LOGSTDBY_PROCESS 의 STATUS 열은 오류 번호 형식으로 상태를 표현한다. 이것을 모르면 정상인 시스템을 장애로 신고하게 된다. 반대로 실제 문제를 뜻하는 것은 ORA-26676·ORA-26786 같은 적용 실패와 STATE = SQL APPLY NOT ON 이다. ORA-16222 가 반복된다면 그것은 결과이지 원인이 아니므로 그 앞의 오류를 봐야 한다. 이 목록을 감시 도구의 예외 규칙으로 등록해 두면 불필요한 경보가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블록을 복사한 것이 아니라 같은 SQL 을 다시 실행한 결과라는 점이 Physical Standby 와 다르다. CREATE USER, GRANT, CREATE TABLE, INSERT 가 순서대로 재실행됐다. SYSTEM 쪽 결과는 기본 스킵 규칙이 작동한 것이며 설정 오류가 아니다. 뷰만 보고 정상이라고 판단하지 않는다. 마지막 확인은 늘 데이터로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문서상 STANDBY 는 SQL Apply 가 관리하는 객체만 보호한다고 되어 있다. 그런데 Standby 에서만 만든 rpt.own 에 대해서도 ORA-16224 가 났다. 환경과 객체의 성격에 따라 달라질 수 있으므로 문서 설명을 그대로 믿기보다 자기 환경에서 확인하는 편이 안전하다. 이 교재가 매번 실측하는 이유가 이런 데 있다. 이 표를 직접 만들어 보는 것이 문서를 읽는 것보다 오래 남는다. 세 계정만 있으면 30분이면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의도된 설계다. 관리자가 어긋난 테이블을 되살리려면 가드를 통과할 수 있어야 하기 때문이다. 문제는 원인과 결과 사이에 시간 간격이 있다는 것이다. ALTER TABLE 한 순간에는 아무 일도 없어 보이고 문제는 나중에 드러난다. 그래서 "어제 오후에 누가 무엇을 했는가" 를 되짚어야 한다. 9장의 SYS 라는 함정이 여기서 훨씬 무거운 결과로 돌아온다. 대책은 기술이 아니라 습관에 있다. 복제 대상 스키마에는 SYS 로 들어가지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 가 가장 위험한 이유는 의식하지 못한다는 데 있다. 앞의 둘은 명시적으로 푸는 행위가 있지만 SYS 는 그냥 열려 있다. 관리 작업이 필요하면 전용 계정에 ALTER DATABASE 를 주고 세션 단위로 푸는 것이 실무 권장이다. 권한이 없으면 ORA-01031 이 나므로 그 자체가 의식적인 행위가 된다. 권한을 요구한다는 것 자체가 안전장치다. 아무나 풀 수 없고 푼 사람이 누구인지도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원인 하나가 여러 층의 결과를 만든다는 것이 이런 사고의 특징이다. 오류가 하나 사라졌다고 끝난 것이 아니며 매번 이벤트를 다시 읽어야 한다. 진단할 때 SET LONG 4000 을 먼저 주는 것도 잊지 않는다. STATUS 가 LONG 형이라 기본 설정으로는 앞부분만 보인다. 각 단계가 다음 단계의 오류를 드러낸다는 점에서 이 절차는 진단의 좋은 본보기가 된다. 진단할 때 SET LONG 4000 을 먼저 주는 것도 잊지 않는다. STATUS 가 LONG 형이라 기본 설정으로는 앞부분만 보인다. 각 단계가 다음 단계의 오류를 드러낸다는 점에서 이 절차는 진단의 좋은 본보기다.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LCR 은 "TAG 가 이전 값이었던 행을 새 값으로 바꿔라" 인데 그 이전 값이 이미 없다. 값을 손으로 맞추는 것은 위험하다. 어느 행이 얼마나 어긋났는지 알 수 없기 때문이다. 한 행이면 눈으로 보이지만 수천 행이면 방법이 없다. 그래서 전용 도구를 쓴다. 사고 조사에서 첫 오류만 보고 원인을 단정하면 이런 두 번째 층을 놓친다. 값을 손으로 맞추는 것은 위험하다. 한 행이면 눈으로 보이지만 수천 행이면 방법이 없다. 그래서 전용 도구를 쓴다. 사고 조사에서 첫 오류만 보고 원인을 단정하면 이런 두 번째 층을 놓친다.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스택 추적을 읽는 것이 진단의 핵심이었다. DBMS_DATAPUMP 가 보이므로 재적재가 Data Pump 를 쓴다는 것을 알 수 있고, 그러면 필요한 권한도 짐작할 수 있다. 오류 번호만 검색하는 것보다 스택을 읽는 편이 빠를 때가 많다. 테이블 단위로만 동작하므로 여러 개가 어긋났다면 하나씩 반복해야 한다. 어긋난 테이블이 많다면 재적재보다 Standby 를 다시 만드는 편이 빠를 수도 있으므로, 규모를 먼저 가늠하고 방법을 고른다. 테이블 단위로만 동작하므로 여러 개가 어긋났다면 하나씩 반복해야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결과적으로 문제가 되지는 않았다. 권한을 주고 다시 실행하니 통째로 복구됐다. 그러나 되돌릴 수 없는 도구를 쓸 때는 권한부터 확인해야 한다는 교훈은 남는다. 실습에서 ①은 했고 ②를 건너뛰었기 때문에 이 문제를 만났다. 링크가 동작한다는 것과 재적재에 필요한 권한이 있다는 것은 다른 문제다. 세 단계짜리 점검이지만 건너뛰면 테이블이 사라진 채로 남는다. 시간이 아깝지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실습에서 lgu.t1 에 Standby 전용 인덱스를 만들었다. Physical Standby 에서는 불가능한 일이며 이것이 가장 분명한 용도다. 반대로 ROWID 컬럼 하나 때문에 lgu.t_bad 의 데이터가 통째로 빠졌고, 오류가 아니라 0행이라 알아채기 어려웠다. 이 두 사례가 적합과 부적합을 각각 대표한다. 판단이 애매하면 시험 환경에서 한 번 만들어 보는 것이 낫다. 되돌릴 수 없는 것은 운영 환경뿐이다.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실패가 실패처럼 보이지 않는다는 것이 핵심이다. ①은 오류 없이 대기했고 ②는 PL/SQL procedure successfully completed 가 나왔다. 그래서 원칙이 하나 나온다. 상태를 바꾸는 명령 앞에서는 현재 상태를 먼저 확인하고, "명령이 성공했다" 와 "의도대로 반영됐다" 를 구별한다. 10장의 계단식 목적지에서 배운 것과 같은 교훈이다. 이 원칙은 Logical Standby 밖에서도 통한다. 상태를 바꾸는 모든 명령에 적용된다.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Database 19c Active Data Guard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Logical Standby 와 SQL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리두를 SQL 로 다시 실행한다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되돌릴 수 없는 전환, 그리고 SYS 라는 구멍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Physical Standby 와 Logical Standby 의 차이를 적용 방식으로 설명한다.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전환 전에 점검할 항목을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DBA_LOGSTDBY_*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뷰로 확인한다.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DBMS_LOGSTDBY.BUILD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의 부수 효과와 딕셔너리 전달 구조를 이해한다.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SQL Apply 를 기동하고 여섯 종류 프로세스와 상태 메시지를 읽는다.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데이터베이스 가드가 누구를 막고 누구를 막지 않는지 실측으로 안다.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깨진 복제를 단계적으로 되살린다.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이 기능을 쓸지 판단하는 기준을 세운다.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12.2  두 가지 적용 방식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12.3  전제 조건 점검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12.4  전환은 되돌릴 수 없다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12.5  전환하기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12.6  SQL Apply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12.7  데이터베이스 가드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12.8  깨진 복제를 되살리기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12.12 쓸 것인가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두 가지 적용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블록과 SQL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얻는 것과 잃는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블록이냐 SQL 이냐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차이의 뿌리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Physical (Redo Apply)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"파일 5의 블록 1234가 이렇게 바뀌었다"를 재현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Logical (SQL Apply)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"EMP 사번 7788의 SAL 이 3000→3500" 을 복원해 SQL 실행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결과는 같아지지만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물리 구조는 자유롭다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하나의 차이에서 나머지가 전부 파생된다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얻는 것과 잃는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공짜가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얻는다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자체 인덱스·구체화 뷰 / 열린 채 쓰기 /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일부만 복제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롤링 업그레이드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잃는다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데이터 타입 제약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느린 적용 / 많은 관리 부담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되돌릴 수 없다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Physical 로 돌아가는 명령이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Logical Standby 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재해 복구 도구가 아니라 활용 도구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이름에 속지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셋의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Logical Standby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Data Guard 구성원. 역할 전환 대상. Broker 로 관리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논리적 백업(export)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시점 사본. 따라오지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GoldenGate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별도 제품. 이기종·양방향. 라이선스 별도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셋을 구별해야 "왜 GoldenGate 를 쓰나" 에 답할 수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전제 조건 점검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지원 여부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스킵 규칙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점검표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점검 뷰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먼저 조회한다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DBA_LOGSTDBY_UNSUPPORTED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지원 안 되는 컬럼.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실습 0행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DBA_LOGSTDBY_NOT_UNIQUE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고유 식별자 없는 테이블.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실습 0행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DBA_LOGSTDBY_SKIP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스킵 규칙.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기본 35개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뷰 이름은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SKIP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이다 (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SKIPPED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아님)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SYSTEM 은 복제되지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가장 먼저 부딪히는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기본 35개 규칙 대부분이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INTERNAL SCHEMA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SYS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SYSTEM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XS$NULL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OJVMSYS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DBSNMP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GGSYS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…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system.lg_skip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조회 시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ORA-00942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반면 일반 스키마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lgu.t1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정상 복제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보충 로깅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리두에 무엇을 더 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리두에 있는 것 — "블록 1234 의 값이 바뀌었다"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없는 것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그 행이 논리적으로 무엇인지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Logical 은 다른 블록에 있을 수 있으므로 논리적 식별이 필요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FORCE_LOGGING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과 다르다 — 남기느냐 vs 무엇을 더 담느냐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전환은 되돌릴 수 없다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11장과의 결정적 차이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무엇으로 대비하나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되돌릴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11장과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Physical → Snapshot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가능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(보장 복원 지점)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Snapshot → Physical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가능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(같은 복원 지점)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Physical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Logical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불가능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Logical → Physical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불가능. 다시 만들어야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다시 필요하면 5·6장 절차로 RMAN DUPLICATE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되돌릴 지점을 먼저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vmrun snapshot ... pre-logical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(두 노드, 실행 중 상태)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기존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adg-configured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는 5장 시점 — 되돌리면 6장부터 다시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되돌아갈 지점은 "가장 가까운 정상 상태"여야 쓸모가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운영이라면 — Standby 를 하나 더 / RMAN 백업 / 재구축 시간 측정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전환하기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딕셔너리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순서를 어기면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전환 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BUILD 의 부수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보충 로깅이 켜진다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EXEC dbms_logstdby.build;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한 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실행 전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MN=NO  PK=NO  UI=NO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실행 후 —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MN=IMPLICIT  PK=YES  UI=YES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IMPLICIT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직접 켜지 않았지만 켜진 것과 같은 상태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V$ARCHIVED_LOG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DICTIONARY_BEGIN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DICTIONARY_END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로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딕셔너리는 리두를 타고 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그리고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Standby 는 읽기 전용 — 자기 딕셔너리를 만들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리두에 통째로 실어 보낸다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전환 명령은 시작 지점부터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앞으로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나아가며 찾는다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이미 지나쳤으면 영원히 못 찾는다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전환이 끝나지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무엇을 기다리나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alter database recover to logical standby keep identity;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응답 없음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알림 로그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Media Recovery Waiting for T-1.S-47 (in transit)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최대 시퀀스는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46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아직 없는 리두를 기다린다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근본 원인 — MRP 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딕셔너리를 지나쳤다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조치 — 로그 전환 +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BUILD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를 다시 실행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이름 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8자와 KEEP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... TO LOGICAL STANDBY boston_lg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ORA-02084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(9자)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DB_NAME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8자 이하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KEEP IDENTITY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DB_NAME·DBID 유지.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역할 전환 가능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새 이름 — 독립된 DB 가 된다. Broker 관리 불가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전환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네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DATABASE_ROLE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LOGICAL STANDBY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(다섯 번째 역할)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CONTROLFILE_TYPE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CURRENT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CDB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YES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Multitenant 에서도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GUARD_STATUS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ALL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자동으로 켜졌다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OPEN_MODE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= MOUNTED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ORA-01665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네 번째 만난다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Logical Standby 에서 MRP 기동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ORA-01665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1장 Primary(CURRENT) / 10장 Far Sync(FARSYNC)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11장 Snapshot(CURRENT) /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12장 Logical(CURRENT)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Physical Standby 만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CONTROLFILE_TYPE = STANDBY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MRP 를 띄울 수 있는 것은 Standby 컨트롤 파일뿐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SQL Apply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열고 시작한다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프로세스 구성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상태 메시지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READ WRITE 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ALTER DATABASE OPEN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READ WRITE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(READ ONLY 가 아니다)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11장 Snapshot 과 같은 모습, 다른 성격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Snapshot — 잠시 빌려 쓰는 상태 / Logical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평상시 상태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 는 여전히 따로 연다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여섯 종류의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Redo Apply 와 구조가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READER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리두를 읽는다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PREPARER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LCR 로 변환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BUILDER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트랜잭션으로 묶는다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ANALYZER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의존 관계 계산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COORDINATOR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순서 배분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APPLIER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SQL 실행 (실습 5개)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총 10개 프로세스. MRP0 하나가 슬레이브를 거느리던 것과 다르다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오류처럼 보이는 정상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상태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ORA-16111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준비 중 (기동 직후)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ORA-16116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할 일이 없다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ORA-16242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로그 파일 처리 중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정상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ORA-16128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정상 종료 /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ORA-16222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자동 재시도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STATE = IDLE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"할 일 없음", </a:t>
            </a:r>
            <a:r>
              <a:rPr sz="1700" b="1">
                <a:solidFill>
                  <a:srgbClr val="222222"/>
                </a:solidFill>
                <a:latin typeface="Consolas"/>
                <a:cs typeface="Consolas"/>
              </a:rPr>
              <a:t>SQL APPLY NOT ON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 이 "멈춤"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복제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일반 스키마는 되고 SYSTEM 은 안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 에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lgu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사용자 +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lgu.t1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생성 후 INSERT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60초 뒤 Logical Standby 에서 →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1 replicated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사용자 생성·권한·DDL·DML 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모두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복제된다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system.lg_skip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ORA-00942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데이터베이스 가드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누구를 막는가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SYS 라는 구멍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가드 실측표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세 주체 × 세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NONE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LGU 허용 / RPT 허용 / SYS 허용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STANDBY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LGU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ORA-16224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RPT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ORA-16224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SYS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허용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LGU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ORA-16224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RPT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ORA-16224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SYS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허용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문서와 달리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STANDBY 와 ALL 이 같게 동작했다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SYS 라는 구멍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가장 위험한 것은 조용하다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가드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ALL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인데 SYS 가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UPDATE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성공,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ALTER TABLE ADD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성공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오류도 경고도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다음 리두가 도착하자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ORA-26676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(LCR 2컬럼 vs 테이블 3컬럼)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STATE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SQL APPLY NOT ON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. 복제가 죽었다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세션 단위로 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권장되는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ALTER SESSION DISABLE GUARD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권한 없으면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ORA-01031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GRANT ALTER DATABASE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후 → 그 세션만 통과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GUARD NONE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전체 개방 — 위험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크다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세션 단위 — 위험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작다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/ SYS 접속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가장 크다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깨진 복제를 되살리기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하나를 고치면 다음이 드러난다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테이블 하나만 다시 가져오기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여섯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각 단계에서 만난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① 원인 확인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DBA_LOGSTDBY_EVENTS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ORA-26676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② 구조 복원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DROP COLUMN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다음 오류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ORA-26786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③ 가드 완화 (PDB 에서 하면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ORA-65040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④ 링크 준비 (권한 부족 시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ORA-31631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⑤ 재적재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INSTANTIATE_TABLE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→ ⑥ 재개·검증 지연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구조를 고치니 값이 드러났다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ORA-26786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ORA-26676 → 컬럼 제거 → 적용 재개 → 여전히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SQL APPLY NOT ON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새 오류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 row with key ("ID") = (1) exists but has conflicting column(s) "TAG"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Primary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primary-update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vs Standby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changed-here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SYS 로 실행한 UPDATE 가 값을 바꿔 놓았다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INSTANTIATE_TABLE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테이블 하나만 다시 가져온다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DBMS_LOGSTDBY.INSTANTIATE_TABLE(schema_name, table_name, dblink)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준비 — DB 링크 + 링크 계정 권한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실패 —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ORA-31631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(스택에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DBMS_DATAPUMP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해결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GRANT datapump_exp_full_database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 — 값 하나하나 맞출 필요 없이 Primary 와 동일해진다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 실패가 남긴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권한부터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오류가 났는데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테이블이 사라졌다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ORA-00942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INSTANTIATE_TABLE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은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먼저 지우고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새로 가져온다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권한 오류가 지운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뒤에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났다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실무 순서 — ① 링크로 SELECT 해 보기 ②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DBA_ROLE_PRIVS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확인 ③ 재적재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쓸 것인가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판단 기준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순서라는 공통 주제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적합·부적합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판단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적합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보고서용 자체 인덱스 / 일부만 복제 / 롤링 업그레이드 / 단순한 데이터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부적합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재해 복구가 주 목적 / 지원 안 되는 타입이 핵심 / 관리 인력 부족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부적합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— 이기종·양방향 필요 / 되돌릴 여지를 남겨야 할 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Physical Standby 를 두고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하나를 더 얹어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Logical 로 만든다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세 번의 순서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공통점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① 전환할 때의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BUILD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순서 — 적용이 돌아서 딕셔너리를 지나쳤다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② SKIP 규칙 — 적용이 돌아서 반영되지 않았다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③ 파라미터 되돌리기 — </a:t>
            </a:r>
            <a:r>
              <a:rPr sz="1700" b="0">
                <a:solidFill>
                  <a:srgbClr val="222222"/>
                </a:solidFill>
                <a:latin typeface="Consolas"/>
                <a:cs typeface="Consolas"/>
              </a:rPr>
              <a:t>APPLY_SERVERS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가 커서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ORA-16081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공통점 — 셋 다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명령 자체는 성공했다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Logical Standby 는 리두를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SQL 로 재구성해 실행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한다. 이것이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SQL Apply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전환은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되돌릴 수 없다.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실습은 VM 스냅샷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pre-logical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로 대비했다.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점검 뷰 셋 — UNSUPPORTED(0행) / NOT_UNIQUE(0행) / SKIP(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35개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SYSTEM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 스키마는 복제되지 않는다.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실측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ORA-00942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DBMS_LOGSTDBY.BUILD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가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보충 로깅을 자동으로 켠다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—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MN=IMPLICIT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딕셔너리는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리두를 타고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간다. MRP 가 지나치면 전환이 멈추므로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다시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BUILD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전환 결과 —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LOGICAL STANDBY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CURRENT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GUARD ALL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/ </a:t>
            </a:r>
            <a:r>
              <a:rPr sz="1600" b="1">
                <a:solidFill>
                  <a:srgbClr val="222222"/>
                </a:solidFill>
                <a:latin typeface="Consolas"/>
                <a:cs typeface="Consolas"/>
              </a:rPr>
              <a:t>CDB=YES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요약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MRP 는 뜨지 않는다 —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ORA-01665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(네 번째).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OPEN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하면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READ WRITE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프로세스 여섯 종류 — READER·PREPARER·BUILDER·ANALYZER·COORDINATOR·APPLIER.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ORA-16111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16116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16242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는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상태 메시지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IDLE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은 정상,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SQL APPLY NOT ON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이 멈춤.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가드 —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STANDBY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·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ALL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이 같게 동작.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SYS 는 세 값 모두 통과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SYS 가 구조를 바꾸면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ORA-26676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, 값을 바꾸면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ORA-26786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복구 — </a:t>
            </a:r>
            <a:r>
              <a:rPr sz="1600" b="0">
                <a:solidFill>
                  <a:srgbClr val="222222"/>
                </a:solidFill>
                <a:latin typeface="Consolas"/>
                <a:cs typeface="Consolas"/>
              </a:rPr>
              <a:t>INSTANTIATE_TABLE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 권한 없으면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ORA-31631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이며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테이블을 지운 뒤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 난다.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가드는 CDB 전체 설정 — PDB 에서 바꾸면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ORA-65040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 세션 해제는 권한 없으면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ORA-01031</a:t>
            </a:r>
            <a:r>
              <a:rPr sz="1600" b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01 — 전제 조건 점검 (스냅샷 먼저)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02 — LogMiner 딕셔너리 만들기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03 — 전환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04 — SQL Apply 기동과 복제 확인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05 — 골라서 복제하기와 조정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06 — 데이터베이스 가드와 SYS 사고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실습 07 — 되살리기와 원복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