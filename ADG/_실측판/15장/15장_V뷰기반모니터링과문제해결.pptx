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13·14장에서 Broker 는 편리한 도구였다. 한 줄로 구성 전체를 볼 수 있었다. 그런데 전송이 완전히 끊긴 상태에서 SUCCESS 가 나왔다. Intended State 라는 개념 때문이며 논리적으로는 맞는 판정이다. 그러나 감시의 목적에서 보면 그 화면만으로는 부족하다. 이 장은 요약되기 전의 원자료를 직접 읽는다. 새로운 뷰는 없고 4장부터 써 온 것들을 하나의 진단 체계로 묶는다.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번째가 이 장 전체를 관통한다. 리스너를 내렸을 때 Broker 는 member disconnected 라고만 말했다. 같은 시점에 V$ARCHIVE_DEST 의 ERROR 열에는 ORA-12541: TNS:no listener 가 그대로 들어 있었다. 원인은 아래층에 있다. 네 번째 이유도 있다. 조치를 마친 직후 SHOW 는 ERROR 였는데 SQL 뷰는 이미 VALID 였다. 아래층이 먼저 회복되고 요약이 나중에 따라온다.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에 값이 들어가는 경우는 INVALID, STALE, DELETED 셋뿐이다. 비어 있는 것이 정상이라는 성질은 감시 스크립트에 쓰기 좋다. WHERE status IS NOT NULL 인 행이 하나라도 나오면 확인 대상이라는 조건 하나로 끝난다. ACTIVE 이면서 아카이브되지 않은 그룹이 쌓이는 것은 방치하면 로그 전환 자체가 멈추는 문제로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14장에서 본 boston Online Redo Log Files: Not Cleared 도 같은 맥락이다. 쓰이지 않았으니 정리할 것도 없다. 여기서 오해가 자주 생긴다. Standby 의 CURRENT 시퀀스가 0인데 괜찮으냐는 질문이다. 괜찮다. 이 뷰가 아니라 V$STANDBY_LOG 를 봐야 한다. 뷰를 잘못 골라 정상을 이상으로 읽는 것이 이 장에서 반복해 다루는 함정이다.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chicago 는 손으로 만들었고 boston 은 OMF 가 만들었다. 동작에는 지장이 없지만 알아 두어야 한다. 전환하면 boston 이 Primary 가 되고 그때는 온라인 리두가 이중화된 상태로 운영된다. 반대로 chicago 는 단일 멤버다. 13장에서 손으로 관리하던 시절의 표기 불일치를 본 것과 같은 종류의 관찰이며, 구성의 이력이 파일 목록에 남는다.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ACTIVE 인 그룹의 SEQUENCE# 74 가 Primary 의 CURRENT 시퀀스와 같다. 두 값을 비교하는 것이 판정의 핵심이다. USED 8,977KB 는 200MB 중 약 9MB 를 썼다는 뜻이며 14장의 SendQEntries 가 보여 준 SIZE 6911KB 와 같은 성격의 값이다. 이 뷰가 이 장에서 가장 중요한 지표가 되는 이유는 실습 03 에서 드러난다.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이것이 이 장에서 반복되는 함정의 첫 사례다. 오류가 나지 않는다. 뷰도 있고 권한도 있으며 행도 나온다. 그런데 값의 의미가 다르다. 감시 스크립트가 SRL_ACTIVE=0 을 받고 심각으로 판정하면 Primary 에서 상시 오경보가 난다. 스크립트는 V$DATABASE 로 역할을 먼저 판정하고 분기해야 한다. 실습 06 에서 이 함정을 실제로 재현한다.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둘 다 STATUS 열을 가지고 있어 혼동하기 쉽다. VALID_NOW 가 있으면 V$ARCHIVE_DEST 다. 로컬 목적지의 RECOVERY_MODE 가 IDLE 인 것도 읽어 둔다. 로컬에는 적용이라는 개념이 없기 때문이며 TYPE 도 LOCAL 이다. 원격인 2번만 PHYSICAL 이고 MANAGED REAL TIME APPLY 다. 같은 목적지를 두 뷰가 다르게 표현한다는 점도 기억한다.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7장에서 VALID_FOR=(online_logfiles, all_roles) 로 한 덩어리로 쓴 것이 뷰에서는 두 열로 나뉜다. 13장에서 Broker 가 인수하며 만든 설정이 그대로 보인다. 1번이 SYNCHRONOUS 인 것에 놀라지 않는다. 로컬 디스크 쓰기이므로 네트워크 전송이 아니며 여기서의 동기는 프로세스가 기다린다는 뜻일 뿐이다. 보호 모드와 연결되는 열은 AFFIRM 이며 실측은 NO 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값의 종류는 YES, WRONG VALID_TYPE, WRONG VALID_ROLE, INACTIVE, UNKNOWN 다섯이다. 막 바꾼 직후와 아예 쓰지 않는 목적지가 같은 값으로 보인다는 것이 함정이다. 감시에 쓸 실용적인 조건은 WHERE destination IS NOT NULL AND valid_now &lt;&gt; 'YES' 다. 쓰는 목적지 중 유효하지 않은 것만 걸러진다.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RFS 는 클라이언트별로 여럿 뜬다. LGWR 는 실시간 리두를, Archival 은 아카이브 파일을 받는다. UNKNOWN 은 아직 배정되지 않은 예비다. MRP0 는 SRL 을 읽어 적용하고 ARCH 는 Standby 에서 SRL 을 아카이브한다. DGRD 는 13장에서 Broker 를 켠 뒤에 생긴 통신용 프로세스다. 블록 단위 비교는 apply lag 보다 정밀한 지표다.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조건을 빼면 항상 절반이 NO 로 나오고, 이것을 보고 절반이 적용되지 않았다고 읽는 것이 흔한 오해다. 조건을 넣으면 실측에서 70~73번 모두 YES 였다. 부수적으로 같은 시퀀스의 로컬·원격 COMPLETION_TIME 차이도 읽는다. 70번이 로컬 19:55:38, 원격 19:56:30 으로 약 52초였다. 그것이 전송에 걸린 시간이며 평소 값을 알아 두면 느려졌을 때 알아볼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값을 감시 지표로 쓰면 상시 경보가 뜬다. 9장에서 실시간 적용을 켠 순간부터 계속 0 이었을 것이다. 대신 apply lag, MRP0 의 SEQUENCE#, SRL 의 ACTIVE 그룹을 본다. 역설적인 확인도 있다. MRP0 가 74번을 적용 중인데 ARCHIVED_SEQ# 는 73이다. 아카이브되기 전의 리두를 이미 적용하고 있다는 뜻이며 실시간 적용이 정상 동작한다는 가장 분명한 증거다.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실습의 대비가 이 장의 설계다. 같은 결과(전송 없음)를 서로 다른 원인으로 만들어 놓고 각 층이 어떻게 다르게 답하는지 본다. boston 데이터베이스 자체는 살아 있고 접속만 안 되는 상태다. 실제 운영에서 네트워크 문제나 리스너 장애로 흔히 생기는 상황이며 데이터에는 영향이 없으므로 실습으로 만들기 안전하다. 복구에 시간이 걸리므로 실습 시간을 넉넉히 잡아야 한다는 점도 미리 일러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 열에 실제 원인이 그대로 들어 있다는 것이 이 뷰의 값어치다. 그리고 파라미터가 ENABLE 그대로라는 점이 진단의 열쇠다. 14장에서 Broker 로 껐을 때는 RESET 이었다. ENABLE 인데 STATUS 가 ERROR 이면 장애, RESET 이면 Broker 가 껐고, DEFER 면 사람이 SQL 로 껐다. 두 열의 조합만으로 장애인가 설정인가가 갈린다.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접속 문자열이 나오므로 tnsnames 설정 오류라면 여기서 드러난다. 트레이스 파일 이름은 다음 층으로 내려가는 고리가 된다. 마지막 줄이 중요하다. Standby 로 보내지 못해도 Primary 는 멈추지 않는다. MaxPerformance 이기 때문이며 MaxProtection 이었다면 멈췄을 것이다. 8장에서 배운 보호 모드의 차이가 여기서 실제로 드러난다.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방향의 반례를 모두 봤다는 것이 중요하다. 한쪽만 봤다면 Warning 을 무시하거나 반대로 전부 확인하는 규칙을 만들었을 것이다. 오라클이 조치까지 알려 주는 행이 Warning 으로 분류되어 있다는 점도 인상적이다. 감시 SQL 은 ERROR_CODE &lt;&gt; 0 과 시간 조건을 함께 넣는다. 이 뷰는 재기동 전까지 과거 기록을 그대로 들고 있기 때문이다.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오지 않으니 늦지도 않는다. 14장에서 확인한 성질이 실제 장애에서도 그대로다. 그러므로 Standby 쪽 판정은 지연이 아니라 프로세스를 본다. RFS(LGWR) 가 사라진 것이 연결이 끊겼다는 가장 직접적인 증거다. 그리고 Standby 는 전송이 꺼졌다는 사실을 모른다. 안 온다와 안 보낸다를 받는 쪽에서는 구별할 수 없으므로 양쪽을 다 봐야 한다. 지연만 보는 감시는 이 상황을 끝내 잡지 못한다.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층을 내려갈수록 구체적이 된다. 이 사례는 2층에서 끝났다. 원인이 분명했기 때문이다. 4층인 트레이스까지 내려가는 것은 오류는 없는데 느리다 같은 경우다. Broker 가 ORA-16857 로 경보한 것은 TransportDisconnectedThreshold 라는 임계값이 있기 때문이며, 14장에서 정리한 규칙 그대로다. 임계값이 있는 항목만 경보한다.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갭 뷰가 비어 있다고 갭이 없는 것이 아니다. 이 뷰는 Standby 가 받아야 하는데 못 받은 구간을 인식했을 때 채워지는데, 지금은 연락 자체를 못 받고 있다. 8장에서 개념으로 배운 갭을 여기서는 시퀀스 번호의 변화로 확인했다. 행이 없는 것은 조회로 볼 수 없으므로 Primary 의 최대 시퀀스와 비교하는 방법을 함께 써야 한다. 조회로 볼 수 없는 것을 다루는 요령이기도 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이유는 ReopenSecs 다. 13장의 속성 목록에서 실측값이 300 이었다. 실패한 목적지를 즉시 다시 시도하지 않고 그만큼 기다린다. 죽은 목적지에 계속 접속하면 아카이버가 붙잡히기 때문이다. 급하면 재촉할 수 있다. Broker 환경이라면 LogShipping 을 OFF 로 했다가 ON 으로 준다. Broker 가 없다면 DEFER 후 ENABLE 인데, Broker 환경에서 그 SQL 을 쓰면 안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updated 58 seconds ago 가 그 증거다. Broker 상태는 주기적으로 다시 계산되며 그 출력은 문제가 있던 구간을 반영한 것이다. 고친 직후의 화면을 결론으로 삼지 않는다. 조치 완료는 아래층부터 확인한다. V$ARCHIVE_DEST 가 VALID 인가, 끊긴 동안의 데이터가 따라왔는가, MRP0 와 RFS 가 돌아왔는가. 그다음에 Broker 를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SCOPE=BOTH 가 자동으로 붙는다는 것이 중요하다. 다음 기동에도 유지되므로 반드시 되돌려야 하며, 재기동으로도 꺼지지 않는다. ORA-02017: integer value required 는 음수에도 나온다. 이 파라미터가 부호 없는 정수를 받기 때문이며, 오류 메시지가 원인을 정확히 설명하지 않는 예다. 이런 경우가 드물지 않으므로 메시지를 그대로 믿기보다 문서에서 유효 범위를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알림 로그에서 본 chicago_arc1_2482.trc 가 이 목록에 있다. 알림 로그가 트레이스 파일 이름을 알려 준다는 것이 두 로그를 잇는 고리다. 우리 환경은 실시간 전송이므로 TT04 가 계속 일하고, 그래서 파일이 가장 크며 평소 진단에서 볼 것도 이 파일이다. 알림 로그에도 TT04 (PID:7487): SRL selected 가 나오므로 같은 프로세스임을 확인할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정상일 때의 모습을 알아 두는 것이 이 파일을 쓰는 방법이다. 문제가 있으면 같은 자리에 오류나 재시도가 나타난다. 켤 때의 원칙도 정리해 둔다. 필요한 수준만 켠다, 시간을 정해 둔다, 켜기 전에 공간을 확인한다, 끈 뒤 V$PARAMETER 로 0인지 확인한다, 오래된 트레이스는 adrci 의 purge 로 정리한다. 실무에서 가장 흔한 사고는 켜 둔 것을 잊는 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15.2.2 절에서 뷰가 조회된다고 값이 있는 것은 아니라고 했는데 여기서는 한 걸음 더 나간다. 역할이 Logical 이 되면 뷰가 통째로 빈다. 감시 스크립트를 역할과 무관하게 돌리면 지연을 못 읽은 것을 장애로 오인한다. 판정은 STATE 한 값으로 한다. IDLE 이 정상, APPLYING 이 적용 중, SQL APPLY NOT ON 이면 멈춘 것이다. 진행은 DBA_LOGSTDBY_PROGRESS 의 세 SCN 으로 본다. 실측은 APPLIED 2988122 / READ 2988125 / NEWEST 2988129 로 거의 같았고 이것이 따라잡았다는 뜻이다.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200 만 행을 한 트랜잭션으로 넣고 2초 간격으로 조회하면 행이 잡힌다. PRIMARY_ 가 붙는 이유는 이 XID 가 Standby 의 것이 아니라 Primary 에서 그 트랜잭션이 받았던 번호이기 때문이다. 그래야 Primary 의 V$TRANSACTION 과 대조할 수 있다. PRIMARY_START_TIME 과 지금 시각의 차이가 그 트랜잭션이 붙잡고 있는 시간이며 실측 52초였다. 적용이 느릴 때 원인을 트랜잭션 단위로 설명할 수 있는 유일한 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Standby 에서 SYS 로 복제 대상 행을 지운 뒤 Primary 에서 그 행을 고치면 적용이 멈춘다. STATE 는 SQL APPLY NOT ON 이 되고 DBA_LOGSTDBY_EVENTS 에 ORA-26787 이 표 이름과 키 값까지 함께 남는다. ORA-16222 는 자동 재시도다. 건너뛰기가 거부되면 원인을 없애는 편이 낫다. 지운 행을 되돌려 놓고 적용을 다시 시작하면 밀려 있던 UPDATE 가 정상 적용된다. 건너뛰었다면 그 변경은 영원히 반영되지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번째가 가장 중요하다. V$DATAGUARD_STATS 는 Primary 에서 no rows 이고, V$STANDBY_LOG 는 Primary 에서 전부 UNASSIGNED 다. 둘 다 오류가 나지 않으므로 같은 스크립트를 양쪽에 돌리면 Primary 에서 조용히 오판한다. V$DATABASE 로 역할을 먼저 판정하고 분기하는 구조여야 하며, 빈 결과와 오류도 구별해 처리해야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boston 의 DG_ERR 가 0 인 것이 의미가 있다. 실습 03 의 오류는 Primary 쪽에만 기록됐다. 보내는 쪽이 실패를 알고 받는 쪽은 모르기 때문이며, 양쪽을 다 봐야 하는 이유가 여기 있다. DG_ERR 에는 시간 조건이 들어 있으므로 한 시간이 지나면 자동으로 0 이 된다. 이 값 하나가 지금 봐야 할 일이 있는가에 답한다. 나머지 항목의 기댓값도 미리 정해 두어야 스크립트가 판정할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SRL_ACTIVE 가 이 점검표의 핵심이다. 지연이 0 으로 보이는 두 상황 모두에서 ACTIVE 인 SRL 이 사라지므로 이 값 하나가 두 사례를 모두 잡는다. 지연을 버리라는 뜻은 아니다. 흐르고는 있는데 느린 상황은 지연만이 잡는다. 두 종류를 함께 두어야 끊겼다와 느리다를 구별할 수 있고, 그래야 대응의 시급성도 달라진다. 대응의 시급성이 달라지므로 이 구분이 실무에서 중요하다.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모든 이상을 같은 무게로 알리면 아무도 보지 않는다. 14장에서 임계값을 다루며 확인한 것과 같은 원칙이다. 심각은 즉시 사람을 부르고 경고는 근무 시간에 확인하며 주의는 추세만 기록한다. 자동화는 1~3층이 쉽고 14장의 VALIDATE 는 파싱이 번거로워 자주 빠진다. 최소한 Ready for Switchover 한 줄만이라도 grep 으로 뽑아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Oracle Database 19c Active Data Guard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C0392B"/>
                </a:solidFill>
                <a:latin typeface="맑은 고딕"/>
              </a:rPr>
              <a:t>V$ 뷰 기반 모니터링과 문제 해결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요약 아래층으로 내려간다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0392B"/>
                </a:solidFill>
                <a:latin typeface="맑은 고딕"/>
              </a:rPr>
              <a:t>원자료를 직접 읽는 자리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학습 목표 (Objectives)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V$LOG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·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V$LOGFILE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·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V$STANDBY_LOG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의 STATUS 를 역할별로 해석한다.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V$ARCHIVE_DEST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와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V$ARCHIVE_DEST_STATUS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의 관점 차이를 안다.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VALID_NOW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·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VALID_TYPE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·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VALID_ROLE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로 목적지를 판정한다.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전송이 끊긴 상황을 만들어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ERROR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열을 확인하고 복구를 검증한다.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V$ARCHIVED_LOG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의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APPLIED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가 목적지마다 다른 이유를 설명한다.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V$MANAGED_STANDBY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의 프로세스 구성을 읽는다.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LOG_ARCHIVE_TRACE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로 추적을 켜고 트레이스 파일을 읽는다.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Logical Standby 에서 어떤 뷰가 비는지 알고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V$LOGSTDBY_TRANSACTION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을 읽는다.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지표를 한 번에 수집하는 상시 점검 스크립트를 만든다.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이 장의 구성 (Agenda)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15.2  로그 파일의 상태를 읽는다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15.3  아카이브 목적지를 읽는다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15.4  전송이 끊기면 무엇이 보이는가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15.5  추적을 켠다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15.6  Logical Standby 는 다른 뷰로 본다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15.7  상시 점검 스크립트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왜 아래층으로 내려가는가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Broker 의 요약은 계산된 값이다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세 가지 이유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요약의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14장에서 본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LogShipping=OFF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인데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SHOW CONFIGURATION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은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SUCCESS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두 지연도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0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VALIDATE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만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Ready for Switchover: No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어떤 위험은 요약에 나타나지 않는다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세 가지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아래층이 필요한 까닭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① Broker 를 쓸 수 없는 환경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JDBC 전용 감시, 운영 정책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② 왜 그 값이 나왔는지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요약은 말해 주지 않는다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③ 장애의 상세는 아래층에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Broker 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ORA-16857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, V$ 뷰는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ORA-12541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로그 파일의 상태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Primary 와 Standby 가 다르다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SRL 이 진짜 정보다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Primary 의 온라인 리두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기본 판정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CURRENT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정확히 하나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(실측 그룹 2, 시퀀스 74)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 그룹만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ARCHIVED=NO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정상이다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ACTIVE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+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ARCHIVED=NO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가 쌓이면 아카이버가 밀린다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V$LOGFILE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의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STATUS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비어 있는 것이 정상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Standby 의 온라인 리두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쓰이지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SEQUENCE#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가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전부 0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리두는 Primary 가 만들고 Standby 는 받기만 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그러면 왜 있는가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역할이 바뀐 뒤에 쓰려고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14장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VERBOSE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의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Future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구성이 계산한 대상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양쪽 구성이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OMF 의 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boston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V$LOGFILE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14행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(그룹당 멤버 둘)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chicago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7행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(그룹당 하나)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6장에서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DB_CREATE_ONLINE_LOG_DEST_1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·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_2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를 지정한 결과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역할이 바뀌면 다중화 수준도 바뀐다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SRL 이 진짜 정보다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하나만 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실측 — 그룹 4가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ACTIVE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, 시퀀스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74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,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USED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8,977KB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나머지 셋은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UNASSIGNED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ACTIVE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 가 정확히 하나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여야 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0개면 리두가 오지 않는다. 2개 이상이면 아카이버 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Primary 의 SRL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조회는 되지만 값이 없다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넷 다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UNASSIGNED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,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SEQUENCE# 0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Primary 는 SRL 을 쓰지 않는다 — 전환 후를 위해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뷰가 조회된다는 것과 값이 있다는 것은 다르다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감시가 전부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UNASSIGNED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를 받았다면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조회한 쪽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을 먼저 의심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아카이브 목적지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이름이 비슷한 두 뷰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VALID_NOW 읽기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APPLIED 의 함정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두 뷰, 다른 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구별하는 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V$ARCHIVE_DEST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설정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이 어떻게 되어 있는가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V$ARCHIVE_DEST_STATUS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지금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어떤 상태인가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구별법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RECOVERY_MODE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가 있으면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_STATUS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실측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dest_id=1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의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RECOVERY_MODE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=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IDLE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VALID_FOR 가 열로 분해된다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7장의 그것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TARGET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1번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PRIMARY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(로컬), 2번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STANDBY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(원격)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VALID_TYPE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2번은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ONLINE_LOGFILE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VALID_ROLE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둘 다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ALL_ROLES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AFFIRM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NO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/ 1번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TRANSMIT_MODE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SYNCHRONOUS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VALID_NOW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UNKNOWN 이 29개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뷰는 목적지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31개를 전부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보여 준다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쓰지 않는 목적지는 설정이 비어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UNKNOWN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10장 Far Sync 설정 직후에도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UNKNOWN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이었다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DESTINATION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 이 비었는지 먼저 확인한다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프로세스를 읽는다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실시간 적용의 모습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RFS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(LGWR) 시퀀스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74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블록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17964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MRP0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시퀀스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74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블록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17964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두 값이 같으면 받는 즉시 적용 중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벌어지면 밀린 것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블록 단위로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볼 수 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함정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APPLIED 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같은 시퀀스가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두 줄씩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나온다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dest_id=1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은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영원히 NO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로컬 아카이브다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dest_id=2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가 실제 적용 여부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WHERE dest_id=2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 가 필수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함정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APPLIED_SEQ# 가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ARCHIVED_SEQ#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73 인데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APPLIED_SEQ#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0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적용이 멈춘 것이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아니다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실시간 적용은 SRL 에서 직접 읽는다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근거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RECOVERY_MODE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=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MANAGED REAL TIME APPLY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전송이 끊기면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의도하지 않은 중단을 만든다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층별로 무엇이 보이는가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복구는 즉시 되지 않는다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리스너를 내린다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의도하지 않은 중단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14장은 속성으로 껐다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의도한 중단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,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SUCCESS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이번은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lsnrctl stop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장애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TNS-12541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/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Linux Error: 111: Connection refused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Primary 에서 변경 후 로그 두 번 전환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Primary 가 보는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세 열이 바뀐다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STATUS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VALID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→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ERROR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VALID_NOW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YES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→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INACTIVE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ERROR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(빈값) →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ORA-12541: TNS:no listener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LOG_ARCHIVE_DEST_STATE_2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는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ENABLE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 그대로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알림 로그가 더 주는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뷰에 없는 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접속 문자열 전체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HOST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·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PORT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·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SERVICE_NAME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프로세스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ARC1 (PID:2482)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트레이스 파일 이름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chicago_arc1_2482.trc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ORA-16055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/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archiver continuing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SEVERITY 가 아니라 ERROR_CODE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두 방향의 반례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14장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SRL selected ...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Warning 인데 ERROR_CODE 0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(정상)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15장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Check whether the listener is up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Warning 인데 12541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Warning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 은 위험도 안전도 뜻하지 않는다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판정 기준은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ERROR_CODE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Standby 가 보는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지연은 또 0이다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MRP0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APPLYING_LOG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→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WAIT_FOR_LOG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, 시퀀스 75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RFS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(LGWR) 가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사라졌다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V$STANDBY_LOG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의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ACTIVE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0개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두 지연은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0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변하지 않는다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층마다 다른 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같은 사건, 다른 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SHOW CONFIGURATION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WARNING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+ ORA-16857 →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문제가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VALIDATE DATABASE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Ready for SW: No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→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전환 불가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V$ARCHIVE_DEST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ERROR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+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ORA-12541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→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알림 로그 — 접속 문자열·프로세스 →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어디를 고칠지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갭이 만들어지는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시퀀스로 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73번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dest_id=2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APPLIED=YES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끊기기 전에 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74번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행은 있는데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NO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등록됐지만 가지 못했다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75번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dest_id=2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행 자체가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V$ARCHIVE_GAP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은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비어 있다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복구는 즉시 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ReopenSecs 300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lsnrctl start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후 70·120·170·220초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계속 ORA-12541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270초에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VALID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리스너는 이미 살아 있는데도 그렇다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여기서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다른 문제라고 오판하기 쉽다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조치 직후의 함정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판정 시차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전송 재개 직후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SHOW CONFIGURATION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이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ERROR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새로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ORA-16778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까지 붙었다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같은 시점에 SQL 뷰는 이미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VALID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잠시 뒤 다시 조회 →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SUCCESS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추적을 켠다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비트마스크와 원칙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정상일 때의 모습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LOG_ARCHIVE_TRACE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비트마스크다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기본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0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. 값을 더해 조합한다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4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(목적지 상태) +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8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(목적지 활동) =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12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동적이지만 알림 로그에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SCOPE=BOTH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로 남는다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잘못된 값은 음수든 문자열이든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ORA-02017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어디에 남는가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프로세스별로 나뉜다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이름 규칙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&lt;SID&gt;_&lt;프로세스&gt;_&lt;PID&gt;.trc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위치는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ADR 의 trace 디렉터리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(14장 EXPORT 와 같은 곳)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ARCn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아카이브 전송·FAL /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TTnn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실시간 리두 전송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실측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chicago_tt04_7487.trc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=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664KB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(arc0 은 30KB)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정상일 때의 모습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읽을 수 있는 것만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Acquiring LGWR NS Write latch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전송이 일어나고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Sleeping for 100 centi-second(s)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한가하다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krss_find_work: No work found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아카이버는 할 일이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krsu.c:10213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같은 것은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해석 대상이 아니다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15.6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Logical Standby 는 다른 뷰로 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익숙한 뷰가 비어 버린다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트랜잭션 단위로 볼 수 있다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뷰가 통째로 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역할이 바뀌면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V$MANAGED_STANDBY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ARCH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4,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DGRD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2.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MRP0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 이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V$DATAGUARD_STATS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no rows selected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두 지연이 아예 없다 — 점검표의 보조 지표가 사라진다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대신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V$LOGSTDBY_STATE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와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DBA_LOGSTDBY_PROGRESS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를 본다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V$LOGSTDBY_TRANSACTION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열 이름부터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XIDUSN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으로 조회하면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ORA-00904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실제 열은 전부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PRIMARY_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 접두어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PRIMARY_XIDUSN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…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SAVEPOINT_SCN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·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COMMIT_SCN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은 19c 에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실측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XID 9.9.821 | DML | MINING COMPLETE | APPLY NONE | SRC_CON 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멈추면 이 뷰가 답하지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XID 는 어디서 찾는가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적용이 멈추면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V$LOGSTDBY_TRANSACTION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은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비어 버린다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멈춘 뒤의 XID 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DBA_LOGSTDBY_EVENTS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에 — 열 이름은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XIDUSN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실측 오류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ORA-26787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(그 키의 행이 표에 없다)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SKIP_TRANSACTION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PDB 에서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ORA-65040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, 정지 상태에서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ORA-16104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15.7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상시 점검 스크립트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역할별로 다르다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주 지표와 보조 지표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판정 규칙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설계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다섯 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① 역할에 따라 다른 것을 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②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count(*)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로 판정 가능한 숫자를 만든다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③ 정상값을 미리 정한다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④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V$DATAGUARD_STATUS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에는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시간 조건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을 넣는다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⑤ 조회 대상을 최소로 한다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수집 항목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Primary / Standby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Primary — 목적지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STATUS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,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LOG_ABNORMAL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,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DG_ERR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,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CUR_SEQ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Standby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MRP0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,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SEQUENCE#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,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RECOVERY_MODE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Standby —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SRL_ACTIVE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,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GAP_CNT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,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DG_ERR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실측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DG_ERR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chicago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3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(실습 03 흔적) / boston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주 지표와 보조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지연을 믿지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주 지표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SRL_ACTIVE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=1,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MRP0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존재, 두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SEQUENCE#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일치,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STATUS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=VALID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보조 지표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transport lag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,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apply lag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지연은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두 번 모두 0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이었다 (14장 속성, 15장 리스너)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주 지표가 무너지면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끊긴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것, 보조만 나쁘면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느린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것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판정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네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정상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모든 기댓값과 일치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주의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지연이 임계값 초과 (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SRL_ACTIVE=1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인 상태)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경고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DG_ERR&gt;0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또는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SEQUENCE#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차이 2 이상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심각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SRL_ACTIVE=0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/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MRP0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없음 /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STATUS='ERROR'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Standby 의 온라인 리두는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SEQUENCE#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가 0, Primary 의 SRL 은 전부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UNASSIGNED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SRL 은 </a:t>
            </a:r>
            <a:r>
              <a:rPr sz="1600" b="1">
                <a:solidFill>
                  <a:srgbClr val="222222"/>
                </a:solidFill>
                <a:latin typeface="Consolas"/>
                <a:cs typeface="Consolas"/>
              </a:rPr>
              <a:t>ACTIVE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 가 정확히 하나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이고 시퀀스가 Primary 와 같아야 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V$ARCHIVE_DEST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는 설정,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_STATUS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는 지금 상태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V$ARCHIVED_LOG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의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APPLIED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는 </a:t>
            </a:r>
            <a:r>
              <a:rPr sz="1600" b="1">
                <a:solidFill>
                  <a:srgbClr val="222222"/>
                </a:solidFill>
                <a:latin typeface="Consolas"/>
                <a:cs typeface="Consolas"/>
              </a:rPr>
              <a:t>dest_id=2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만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의미가 있다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APPLIED_SEQ#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=0 은 정상 — 실시간 적용은 SRL 에서 읽는다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리스너를 내리면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ERROR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/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INACTIVE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/ </a:t>
            </a:r>
            <a:r>
              <a:rPr sz="1600" b="1">
                <a:solidFill>
                  <a:srgbClr val="222222"/>
                </a:solidFill>
                <a:latin typeface="Consolas"/>
                <a:cs typeface="Consolas"/>
              </a:rPr>
              <a:t>ORA-12541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그때도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두 지연은 0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— 세 번째로 확인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ENABLE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+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ERROR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=장애,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RESET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=Broker,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DEFER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=사람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판정 기준은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SEVERITY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가 아니라 </a:t>
            </a:r>
            <a:r>
              <a:rPr sz="1600" b="1">
                <a:solidFill>
                  <a:srgbClr val="222222"/>
                </a:solidFill>
                <a:latin typeface="Consolas"/>
                <a:cs typeface="Consolas"/>
              </a:rPr>
              <a:t>ERROR_CODE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복구까지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약 4~5분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(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ReopenSecs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300)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조치 직후 Broker 가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ERROR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인 것은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판정 시차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LOG_ARCHIVE_TRACE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는 비트마스크, 잘못된 값은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ORA-02017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점검표의 핵심은 </a:t>
            </a:r>
            <a:r>
              <a:rPr sz="1600" b="1">
                <a:solidFill>
                  <a:srgbClr val="222222"/>
                </a:solidFill>
                <a:latin typeface="Consolas"/>
                <a:cs typeface="Consolas"/>
              </a:rPr>
              <a:t>SRL_ACTIVE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, 지연은 보조 지표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Logical 이면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MRP0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도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V$DATAGUARD_STATS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도 없다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V$LOGSTDBY_TRANSACTION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은 전부 </a:t>
            </a:r>
            <a:r>
              <a:rPr sz="1600" b="1">
                <a:solidFill>
                  <a:srgbClr val="222222"/>
                </a:solidFill>
                <a:latin typeface="Consolas"/>
                <a:cs typeface="Consolas"/>
              </a:rPr>
              <a:t>PRIMARY_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접두어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다음 장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16장 — 역할 전환과 이후 운영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Switchover 를 DGMGRL 과 SQL 두 방식으로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조건 미충족 상태를 만들어 거부를 재현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Failover 와 Reinstate, 그리고 Standby 백업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