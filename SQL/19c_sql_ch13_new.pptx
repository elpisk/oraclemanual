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1164031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Chapter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시퀀스, 동의어, 인덱스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Creating Sequences, Synonyms, and Indexes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SEQUENCE  |  SYNONYM  |  INDEX  |  딕셔너리 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45720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00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시퀀스를 생성, 사용, 수정한다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4572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600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NEXTVAL / CURRVAL 의사열을 활용한다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88920"/>
            <a:ext cx="45720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200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108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개인(PRIVATE) 및 공용(PUBLIC) 동의어를 생성한다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889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788920"/>
            <a:ext cx="457200" cy="13716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200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108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B-TREE 및 함수 기반 인덱스를 생성한다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457200" cy="13716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800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딕셔너리 뷰로 시퀀스·동의어·인덱스 정보를 조회한다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389120"/>
            <a:ext cx="45720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800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인덱스 설계 기준과 INVISIBLE 옵션을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시퀀스 (Sequence) — 개요 &amp;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035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시퀀스의 특징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303520" cy="7040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37160" cy="7040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179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공유 가능 객체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8562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여러 테이블/사용자가 공유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12848"/>
            <a:ext cx="53035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212848"/>
            <a:ext cx="137160" cy="7040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67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고유 번호 자동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기본 키 값 생성에 활용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62656"/>
            <a:ext cx="5303520" cy="7040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962656"/>
            <a:ext cx="137160" cy="7040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01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애플리케이션 코드 대체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558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수동 MAX+1 로직 불필요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12464"/>
            <a:ext cx="53035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12464"/>
            <a:ext cx="137160" cy="7040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67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캐시 지원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0565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메모리 캐시로 빠른 접근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051560"/>
            <a:ext cx="59436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1078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CREATE SEQUENCE 구문 &amp; 주요 옵션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463040"/>
            <a:ext cx="5943600" cy="1554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5544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SEQUENCE dept_deptid_seq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START WITH   280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INCREMENT BY 10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MAXVALUE     9999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NOCACHE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NOCYCLE;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090672"/>
            <a:ext cx="594360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11810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주요 옵션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474720"/>
            <a:ext cx="594360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3474720"/>
            <a:ext cx="1371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5295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START WITH 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529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시작 값 (기본: 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968496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968496"/>
            <a:ext cx="1371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40233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INCREMENT BY 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02335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증가량 (음수 가능, 기본: 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4462272"/>
            <a:ext cx="594360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4462272"/>
            <a:ext cx="1371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45171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MAXVALUE / NOMAXVALUE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45171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최대값 (기본: 10²⁷)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4956048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4956048"/>
            <a:ext cx="1371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5010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MINVALUE / NOMINVALUE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50109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최소값 (기본: 1)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5449824"/>
            <a:ext cx="594360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0" y="5449824"/>
            <a:ext cx="1371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55046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CYCLE / NOCYCLE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55046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최대 도달 시 순환 여부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5943600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43600" y="5943600"/>
            <a:ext cx="1371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0" y="59984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CACHE n / NOCACHE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58200" y="59984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메모리 미리 생성 개수 (기본: 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NEXTVAL &amp; CURRVAL 의사열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NEXTVAL &amp; CURRVAL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8229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828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36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seq.NEXTVAL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2024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다음 시퀀스 값 반환
참조할 때마다 새 고유 값 반환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77440"/>
            <a:ext cx="5486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377440"/>
            <a:ext cx="18288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450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seq.CURRVAL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현재(마지막) 시퀀스 값 반환
NEXTVAL 이후에만 사용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64992"/>
            <a:ext cx="54864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924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사용 예제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67328"/>
            <a:ext cx="548640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858768"/>
            <a:ext cx="5212080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NEXTVAL로 새 부서 삽입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INSERT INTO departments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(department_id, department_name, location_id)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VALUES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(dept_deptid_seq.NEXTVAL, 'Support', 2500);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현재 값 확인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dept_deptid_seq.CURRVAL FROM dual;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DEFAULT에 시퀀스 사용 (Oracle 12c+)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TABLE emp (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id   NUMBER DEFAULT id_seq.NEXTVAL NOT NULL,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name VARCHAR2(50)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시퀀스 값 흐름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508760"/>
            <a:ext cx="539496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58191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시퀀스 시작: START WITH 280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76272"/>
            <a:ext cx="539496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176272"/>
            <a:ext cx="2286000" cy="6217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2951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1st NEXTVAL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2951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8090"/>
                </a:solidFill>
              </a:rPr>
              <a:t>→  280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862072"/>
            <a:ext cx="53949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2862072"/>
            <a:ext cx="2286000" cy="6217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9809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2nd NEXTVAL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9809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</a:rPr>
              <a:t>→  290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547872"/>
            <a:ext cx="539496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547872"/>
            <a:ext cx="2286000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6667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3rd NEXTVAL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6667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→  300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233672"/>
            <a:ext cx="53949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233672"/>
            <a:ext cx="2286000" cy="62179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3525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CURRVAL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3525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3A91"/>
                </a:solidFill>
              </a:rPr>
              <a:t>→  300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98348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5010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주의사항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394960"/>
            <a:ext cx="5669280" cy="32918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5394960"/>
            <a:ext cx="13716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44068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ROLLBACK해도 시퀀스 값은 되돌아가지 않음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760720"/>
            <a:ext cx="56692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5760720"/>
            <a:ext cx="13716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80644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CACHE 사용 시 시스템 크래시 후 갭 발생 가능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6126480"/>
            <a:ext cx="5669280" cy="329184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6126480"/>
            <a:ext cx="13716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617220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CURRVAL은 세션에서 NEXTVAL 후에만 사용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시퀀스 수정 · 삭제 · 딕셔너리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36576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ALTER 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365760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33832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ALTER SEQUENCE dept_deptid_seq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INCREMENT BY 20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MAXVALUE 999999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NOCACHE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NOCYCLE;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44368"/>
            <a:ext cx="36576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71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수정 지침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37560"/>
            <a:ext cx="36576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337560"/>
            <a:ext cx="10972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10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소유자 또는 ALTER 권한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8620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886200"/>
            <a:ext cx="10972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593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이후 값에만 영향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34840"/>
            <a:ext cx="365760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434840"/>
            <a:ext cx="10972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079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START WITH는 변경 불가 → DROP 후 재생성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1051560"/>
            <a:ext cx="320040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1078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DROP SEQUENCE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463040"/>
            <a:ext cx="3200400" cy="594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15544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DROP SEQUENCE dept_deptid_seq;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21214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소유자 또는 DROP ANY SEQUENCE 권한 필요
• DROP 후 복구 불가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2880360"/>
            <a:ext cx="32004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907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갭(Gap) 발생 원인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3291840"/>
            <a:ext cx="320040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3291840"/>
            <a:ext cx="109728" cy="548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트랜잭션 ROLLBACK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388620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60" y="3886200"/>
            <a:ext cx="109728" cy="548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8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시스템 크래시 (캐시 소실)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4480560"/>
            <a:ext cx="320040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0" y="4480560"/>
            <a:ext cx="109728" cy="548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7408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같은 시퀀스를 여러 테이블 사용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1051560"/>
            <a:ext cx="41148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10789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USER_SEQUENCES 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1463040"/>
            <a:ext cx="4114800" cy="1965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1554480"/>
            <a:ext cx="384048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sequence_name,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min_value, max_value,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increment_by,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cycle_flag,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cache_size,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last_number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user_sequences;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3493008"/>
            <a:ext cx="41148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3493008"/>
            <a:ext cx="1097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36992" y="354787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SEQUENCE_NAME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19488" y="354787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시퀀스 이름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3968496"/>
            <a:ext cx="4114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3968496"/>
            <a:ext cx="1097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36992" y="402335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MIN/MAX_VALUE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19488" y="4023359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최소/최대값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4443983"/>
            <a:ext cx="41148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4443983"/>
            <a:ext cx="1097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36992" y="449884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INCREMENT_BY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19488" y="4498847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증가량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4919472"/>
            <a:ext cx="4114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0" y="4919472"/>
            <a:ext cx="1097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36992" y="497433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CYCLE_FLAG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19488" y="4974336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Y/N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5394960"/>
            <a:ext cx="41148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0" y="5394960"/>
            <a:ext cx="1097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36992" y="544982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CACHE_SIZE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19488" y="544982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캐시 크기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5870448"/>
            <a:ext cx="4114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72400" y="5870448"/>
            <a:ext cx="1097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36992" y="592531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LAST_NUMBER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19488" y="592531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다음 생성될 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동의어 (Synonym) — 생성 &amp;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0352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동의어란?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303520" cy="7040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64592" cy="7040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179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대체 이름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653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테이블·뷰 등 객체에 다른 이름 부여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12848"/>
            <a:ext cx="53035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212848"/>
            <a:ext cx="164592" cy="7040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67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스토리지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151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정의만 데이터 딕셔너리에 저장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62656"/>
            <a:ext cx="5303520" cy="7040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962656"/>
            <a:ext cx="164592" cy="7040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접근 단순화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3649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다른 사용자 테이블 참조 시 스키마명 생략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12464"/>
            <a:ext cx="53035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12464"/>
            <a:ext cx="164592" cy="7040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67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은폐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실제 테이블 이름/위치 숨김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051560"/>
            <a:ext cx="59436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10789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CREATE &amp; DROP SYNONYM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463040"/>
            <a:ext cx="5943600" cy="2880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554480"/>
            <a:ext cx="566928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개인(PRIVATE) 동의어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SYNONYM dept FOR departments;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SYNONYM emp  FOR hr.employees;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공용(PUBLIC) 동의어 (DBA 권한)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PUBLIC SYNONYM pub_emp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FOR hr.employees;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동의어로 쿼리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* FROM dept;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동의어 삭제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DROP SYNONYM dept;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DROP PUBLIC SYNONYM pub_emp;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407408"/>
            <a:ext cx="59436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4434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PRIVATE vs PUBLIC 동의어 비교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818888"/>
            <a:ext cx="132588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59" y="48371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4818888"/>
            <a:ext cx="214884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48371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PRIVATE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4818888"/>
            <a:ext cx="214884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483717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PUBLIC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5193792"/>
            <a:ext cx="132588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59" y="52120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접근 범위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5193792"/>
            <a:ext cx="214884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52120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생성한 사용자만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5193792"/>
            <a:ext cx="214884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60" y="52120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모든 DB 사용자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5541264"/>
            <a:ext cx="13258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59" y="55595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생성 권한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60" y="5541264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55595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CREATE SYNONYM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92640" y="5541264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8360" y="55595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CREATE PUBLIC SYNONYM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5888736"/>
            <a:ext cx="132588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59" y="59070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주요 용도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60" y="5888736"/>
            <a:ext cx="214884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0" y="59070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개인 단축 이름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92640" y="5888736"/>
            <a:ext cx="214884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38360" y="59070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공용 테이블 공유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572000"/>
            <a:ext cx="530352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45994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USER_SYNONYMS 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983480"/>
            <a:ext cx="5303520" cy="731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79" y="5074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synonym_name, table_owner, table_name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user_synonyms;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760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동의어가 참조하는 테이블 삭제 후에도 동의어 자체는 남음
• 사용 시 ORA-04043 (object does not exist) 오류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인덱스 (Index) — 개요 &amp; 생성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035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인덱스의 특징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303520" cy="7040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64592" cy="7040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179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포인터 기반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653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행 검색 시 포인터로 빠른 접근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12848"/>
            <a:ext cx="53035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212848"/>
            <a:ext cx="164592" cy="7040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67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디스크 I/O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151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전체 스캔 대신 빠른 경로 접근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62656"/>
            <a:ext cx="5303520" cy="7040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962656"/>
            <a:ext cx="164592" cy="7040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테이블에 종속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3649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테이블 변경 시 자동 갱신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12464"/>
            <a:ext cx="530352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12464"/>
            <a:ext cx="164592" cy="7040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67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자동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Oracle이 자동으로 사용·유지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526280"/>
            <a:ext cx="53035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553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인덱스 설계 기준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19472"/>
            <a:ext cx="530352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919472"/>
            <a:ext cx="566928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4992624"/>
            <a:ext cx="530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✔ 권장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9262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대형 테이블 + 2~4% 미만 행 조회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394960"/>
            <a:ext cx="5303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394960"/>
            <a:ext cx="566928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5468112"/>
            <a:ext cx="530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✔ 권장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6811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WHERE / JOIN 조건에 자주 사용되는 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870448"/>
            <a:ext cx="530352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5870448"/>
            <a:ext cx="566928" cy="43891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5943600"/>
            <a:ext cx="530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✘ 비권장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소규모 테이블 (풀 스캔이 빠름)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345936"/>
            <a:ext cx="5303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6345936"/>
            <a:ext cx="566928" cy="43891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" y="6419088"/>
            <a:ext cx="530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✘ 비권장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41908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카디널리티 낮은 열 (성별 등)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1051560"/>
            <a:ext cx="59436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10789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자동 vs 수동 생성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1463040"/>
            <a:ext cx="5943600" cy="1280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600" y="1463040"/>
            <a:ext cx="59436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153619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자동 생성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19202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PRIMARY KEY 또는 UNIQUE 제약 조건 정의 시
Oracle이 자동으로 UNIQUE 인덱스 생성
이름 = 제약 조건 이름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2834640"/>
            <a:ext cx="5943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0" y="2834640"/>
            <a:ext cx="59436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290779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수동 생성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32918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특정 열의 쿼리 성능 향상을 위해
CREATE INDEX 문으로 직접 생성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4279392"/>
            <a:ext cx="594360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4370831"/>
            <a:ext cx="56692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수동 인덱스 생성 예제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INDEX emp_last_name_idx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 (last_name);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고유 인덱스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UNIQUE INDEX emp_email_uk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 (email);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CREATE INDEX 구문 &amp; 복합 인덱스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CREATE INDEX 기본 구문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비고유 인덱스 (기본)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INDEX emp_last_name_idx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 (last_name);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고유 인덱스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UNIQUE INDEX emp_email_idx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 (email);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복합 인덱스 (여러 열)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INDEX emp_dept_job_idx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 (department_id, job_id);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4864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85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CREATE TABLE과 함께 인덱스 명명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0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160520"/>
            <a:ext cx="5212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TABLE new_emp (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employee_id NUMBER(6)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PRIMARY KEY USING INDEX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(CREATE INDEX emp_id_idx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ON new_emp(employee_id)),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last_name   VARCHAR2(25)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복합 인덱스 선두 열 규칙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669280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5394960" cy="2148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복합 인덱스: (dept_id, job_id, salary)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INDEX emp_comp_idx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 (department_id, job_id, salary);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✔ 인덱스 활용: 선두 열 포함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department_id = 80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department_id = 80 AND job_id = 'SA_REP'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✘ 인덱스 미활용: 선두 열 없음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job_id = 'SA_REP'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salary &gt; 5000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58768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886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인덱스 삭제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270248"/>
            <a:ext cx="566928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361688"/>
            <a:ext cx="5394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인덱스 삭제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DROP INDEX emp_last_name_idx;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소유자 또는 DROP ANY INDEX 권한 필요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인덱스 삭제 시 테이블 데이터는 영향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5046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PK/UK 인덱스는 제약 조건을 먼저 DROP해야 삭제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함수 기반 인덱스 &amp; INVISIBLE 인덱스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함수 기반 인덱스 (Function-Based Index)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대소문자 무관 검색 인덱스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INDEX upper_dept_name_idx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dept2 (UPPER(department_name));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이 쿼리에서 인덱스 활용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* FROM dept2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UPPER(department_name) = 'SALES';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날짜 계산 기반 인덱스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INDEX emp_hire_year_idx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 (EXTRACT(YEAR FROM hire_date));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* FROM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EXTRACT(YEAR FROM hire_date) = 1998;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33087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WHERE 절에 함수를 적용하면 일반 인덱스 사용 불가
• 함수 기반 인덱스: 표현식 결과를 인덱스로 저장
• index_type: FUNCTION-BASED NORMAL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INVISIBLE 인덱스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66928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54480"/>
            <a:ext cx="539496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인덱스를 INVISIBLE로 전환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(옵티마이저가 사용하지 않지만 구조 유지)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ALTER INDEX emp_id_name_ix1 INVISIBLE;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다른 타입의 인덱스 생성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BITMAP INDEX emp_id_name_ix2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 (employee_id, first_name);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INVISIBLE → VISIBLE로 복원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ALTER INDEX emp_id_name_ix1 VISIBLE;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인덱스 가시성 확인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index_name, visibility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user_indexes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'EMPLOYEES';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160520"/>
            <a:ext cx="566928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187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INVISIBLE 인덱스 활용 사례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572000"/>
            <a:ext cx="566928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572000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같은 열에 다른 타입의 인덱스를 테스트할 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166360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5166360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257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신규 인덱스 효과를 프로덕션 적용 전 검증할 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760720"/>
            <a:ext cx="566928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5760720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8521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임시로 인덱스를 비활성화해야 할 때 (DROP 없이)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인덱스 딕셔너리 뷰 — USER_INDEXES &amp; USER_IND_COLUMNS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USER_INDEXES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인덱스 기본 정보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index_name, table_name,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uniqueness, index_type, visibility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user_indexes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'EMPLOYEES'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index_name;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44368"/>
            <a:ext cx="548640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71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USER_INDEXES 주요 컬럼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37560"/>
            <a:ext cx="54864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337560"/>
            <a:ext cx="13716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9242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INDEX_NAME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39242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인덱스 이름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13048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13048"/>
            <a:ext cx="13716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67911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TABLE_NAME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867911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인덱스가 걸린 테이블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88536"/>
            <a:ext cx="54864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88536"/>
            <a:ext cx="13716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43399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UNIQUENESS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43399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UNIQUE / NONUNIQUE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64024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764024"/>
            <a:ext cx="13716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188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INDEX_TYPE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81888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NORMAL / FUNCTION-BASED / BITMAP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239512"/>
            <a:ext cx="548640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239512"/>
            <a:ext cx="13716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9437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VISIBILITY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29437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VISIBLE / INVISIBLE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715000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715000"/>
            <a:ext cx="13716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76986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576986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VALID / UNUSABLE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USER_IND_COLUMNS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463040"/>
            <a:ext cx="5669280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1554480"/>
            <a:ext cx="5394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인덱스가 적용된 열 정보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index_name, column_name,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table_name, column_position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user_ind_columns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index_name = 'EMP_DEPT_JOB_IDX';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인덱스와 열 정보 JOIN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i.index_name, i.uniqueness,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c.column_name, c.column_position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user_indexes     i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JOIN   user_ind_columns 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ON i.index_name = c.index_name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i.table_name = 'EMPLOYEES'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i.index_name, c.column_position;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005072"/>
            <a:ext cx="56692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0325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USER_IND_COLUMNS 주요 컬럼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407408"/>
            <a:ext cx="566928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4407408"/>
            <a:ext cx="13716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4622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INDEX_NAME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4462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인덱스 이름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919472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919472"/>
            <a:ext cx="13716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9743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TABLE_NAME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9743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테이블 이름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431536"/>
            <a:ext cx="566928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5431536"/>
            <a:ext cx="13716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COLUMN_NAME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인덱스가 걸린 열 이름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943600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5943600"/>
            <a:ext cx="13716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59984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COLUMN_POSITION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59984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복합 인덱스에서 열 순서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실전 활용 — 시퀀스 &amp; 동의어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주문 시스템 시퀀스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577840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SEQUENCE order_id_seq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START WITH 1000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INCREMENT BY 1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CACHE 20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NOCYCLE;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DEFAULT로 사용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TABLE orders (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order_id NUMBER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DEFAULT order_id_seq.NEXTVAL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PRIMARY KEY,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customer_name VARCHAR2(100) NOT NULL,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order_date    DATE DEFAULT SYSDATE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INSERT INTO orders (customer_name)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VALUES ('김철수');  -- order_id 자동 할당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동의어 활용 단순화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577840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긴 테이블 이름 단축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SYNONYM emp   FOR employees;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SYNONYM dept  FOR departments;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SYNONYM locs  FOR locations;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단축 이름으로 JOIN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e.last_name, d.department_name,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l.city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emp   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JOIN   dept  d USING (department_id)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JOIN   locs  l USING (location_id)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e.salary &gt; 10000;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33872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86130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딕셔너리로 확인:  SELECT sequence_name, last_number FROM user_sequences;  |  SELECT synonym_name, table_name FROM user_synonyms;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실전 활용 — 인덱스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06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일반 인덱스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39"/>
            <a:ext cx="557784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30352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INDEX emp_lname_idx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employees(last_name);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WHERE last_name = 'King'  ← 활용 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106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함수 기반 인덱스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39"/>
            <a:ext cx="557784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INDEX emp_upper_lname_idx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employees(UPPER(last_name));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WHERE UPPER(last_name) = 'KING' ← 활용 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55778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1246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복합 인덱스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557784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160520"/>
            <a:ext cx="530352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INDEX emp_dept_job_idx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employees(department_id, job_id);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WHERE dept_id=80 AND job_id='SA_REP' ← 활용 ✔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WHERE job_id='SA_REP'  ← 미활용 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557784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71246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INVISIBLE + 새 인덱스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069080"/>
            <a:ext cx="557784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160520"/>
            <a:ext cx="530352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기존 비활성화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ALTER INDEX emp_ix1 INVISIBLE;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새 인덱스 생성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BITMAP INDEX emp_ix2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ON employees(department_id, job_id);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딕셔너리 뷰 통합 조회 예제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13: 시퀀스·동의어·인덱스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06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시퀀스 전체 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39"/>
            <a:ext cx="5577840" cy="21762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303520" cy="19933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sequence_name, min_value, max_value,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increment_by, cycle_flag, cache_size,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last_number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user_sequences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sequence_name;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106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동의어 + 참조 테이블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39"/>
            <a:ext cx="5577840" cy="21762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19933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s.synonym_name,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s.table_owner,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s.table_name,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o.object_type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user_synonyms 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LEFT JOIN user_objects o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ON s.table_name = o.object_name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s.synonym_name;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55778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5818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인덱스 + 열 정보 통합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14800"/>
            <a:ext cx="5577840" cy="21762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206240"/>
            <a:ext cx="5303520" cy="19933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i.index_name, i.uniqueness,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i.index_type, i.visibility,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c.column_name, c.column_position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user_indexes     i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JOIN   user_ind_columns c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ON i.index_name = c.index_name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i.table_name = 'EMPLOYEES'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i.index_name, c.column_position;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55778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75818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객체 유형별 현황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14800"/>
            <a:ext cx="5577840" cy="21762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206240"/>
            <a:ext cx="5303520" cy="19933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object_type, COUNT(*) AS cnt,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MIN(created)       AS first_created,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MAX(last_ddl_time) AS last_modified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user_objects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object_type IN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('SEQUENCE','SYNONYM','INDEX','TABLE')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GROUP BY object_type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cnt DESC;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65760"/>
            <a:ext cx="1164031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Chapter 13 단원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82880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시퀀스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CREATE SEQUENCE — START WITH, INCREMENT BY, MAXVALUE, CACHE, 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182880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NEXTVAL / CURRVAL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seq.NEXTVAL(다음값) · seq.CURRVAL(현재값) — ROLLBACK 무관, DEFAULT 사용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8288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시퀀스 수정·삭제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ALTER SEQUENCE (START WITH 제외) · DROP SEQUENCE · USER_SEQUENCES 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1460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182880" cy="10515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91"/>
                </a:solidFill>
              </a:rPr>
              <a:t>동의어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CREATE [PUBLIC] SYNONYM for 객체 · DROP SYNONYM · USER_SYNONYMS 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182880" cy="10515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947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인덱스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CREATE [UNIQUE] INDEX — 자동(PK/UK) vs 수동 · 복합 · 함수 기반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182880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37947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INVISIBLE 인덱스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ALTER INDEX INVISIBLE/VISIBLE — 옵티마이저 비사용, 구조 유지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92040"/>
            <a:ext cx="1124712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182880" cy="10515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</a:rPr>
              <a:t>인덱스 딕셔너리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USER_INDEXES (기본정보) · USER_IND_COLUMNS (열정보) · DROP INDEX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다음 장: Chapter 14 — 뷰(View)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