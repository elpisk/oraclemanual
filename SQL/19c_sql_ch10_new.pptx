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788920"/>
            <a:ext cx="118231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  <a:latin typeface="Calibri"/>
              </a:rPr>
              <a:t>Chapter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DML 문을 사용한
테이블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Oracle Database 19c: SQL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Managing Tables Using DML Statements in Oracle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18288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새 행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58568" y="4709160"/>
            <a:ext cx="18288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행 수정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7096" y="4709160"/>
            <a:ext cx="18288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32"/>
                </a:solidFill>
                <a:latin typeface="Calibri"/>
              </a:rPr>
              <a:t>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32"/>
                </a:solidFill>
                <a:latin typeface="Calibri"/>
              </a:rPr>
              <a:t>행 제거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4709160"/>
            <a:ext cx="18288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영구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4709160"/>
            <a:ext cx="182880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변경 취소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4709160"/>
            <a:ext cx="1828800" cy="594360"/>
          </a:xfrm>
          <a:prstGeom prst="rect">
            <a:avLst/>
          </a:prstGeom>
          <a:solidFill>
            <a:srgbClr val="962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SAVEPOINT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마커 설정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학습 목표 &amp; DML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DML(Data Manipulation Language): 데이터를 추가·수정·삭제하는 SQL 문의 집합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88720"/>
          <a:ext cx="116403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DML 문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기능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특징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INSERT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테이블에 새 행 추가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한 번에 한 행 (VALUES 절)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기존 행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WHERE 없으면 전체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기존 행 제거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WHERE 없으면 전체 삭제 (ROLLBACK 가능)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TRUNCATE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모든 행 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DDL — ROLLBACK 불가, 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315468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4114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5661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566160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INSERT/UPDATE/DELETE 문의 구문과 사용법을 설명한다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78808"/>
            <a:ext cx="41148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7880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178808"/>
            <a:ext cx="111373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78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NULL 값 삽입(암묵적/명시적) 방법과 CURRENT_DATE, TO_DATE 함수를 활용한다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91456"/>
            <a:ext cx="4114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9145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791456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91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서브쿼리를 활용한 다중 행 INSERT, 조건부 UPDATE/DELETE를 작성한다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04104"/>
            <a:ext cx="41148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40410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04104"/>
            <a:ext cx="1113739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4041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COMMIT, ROLLBACK, SAVEPOINT로 트랜잭션을 제어한다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16752"/>
            <a:ext cx="4114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0167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016752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60167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읽기 일관성과 FOR UPDATE 절의 동작을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INSERT 문 — 새 행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테이블에 새 행을 추가하는 DML 문. VALUES 절로는 한 번에 한 행만 삽입.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기본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731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INSERT INTO table [(column [, column...])]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     (value [, value...]);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7744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모든 열에 값 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43200"/>
            <a:ext cx="557784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8346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(department_id, department_name,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manager_id, location_id)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(70, 'Public Relations', 100, 1700);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문자/날짜는 작은따옴표로 묶음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377440"/>
            <a:ext cx="560527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예제 2 — NULL 삽입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43200"/>
            <a:ext cx="5605272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34640"/>
            <a:ext cx="5330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암묵적(Implicit): 열 목록에서 생략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(department_id, department_name)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(30, 'Purchasing');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manager_id, location_id → 자동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명시적(Explicit): NULL 키워드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(100, 'Finance', NULL, NULL);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3 — 특수 값 &amp; 날짜 변환 함수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029200"/>
            <a:ext cx="11640312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120640"/>
            <a:ext cx="113659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CURRENT_DATE: 현재 날짜/시간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employees (..., hire_date, ...)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(..., CURRENT_DATE, ...);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TO_DATE: 특정 날짜 형식 지정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(114, 'Den', ..., TO_DATE('FEB 3, 2016','MON DD, YYYY'), 'SA_REP', 11000, ...);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서브쿼리 INSERT &amp; 치환 변수(&amp;)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다른 테이블에서 행 복사 — 서브쿼리 INSERT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VALUES 절 없이 서브쿼리 사용 → 서브쿼리가 반환하는 모든 행 삽입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sales_reps(id, name, salary, commission_pct)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last_name, salary, commission_pct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job_id LIKE '%REP%';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핵심: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① VALUES 절 사용 안 함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② INSERT 절의 열 개수 = 서브쿼리 열 개수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③ 서브쿼리 반환 행 수만큼 한 번에 삽입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치환 변수(&amp;) — 스크립트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77639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&amp;: SQL Developer/SQL*Plus에서 실행 시 사용자에게 값 입력 요청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 (department_id, department_name, location_id)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VALUES (&amp;department_id, '&amp;department_name', &amp;location);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실행 시: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Enter value for department_id: 280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Enter value for department_name: Research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Enter value for location: 1700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9788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서브쿼리 INSERT vs VALUES INSERT 비교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" y="6263640"/>
          <a:ext cx="1164031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152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방식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VALUES 절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행 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사용 상황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VALUES INSERT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필수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1행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단일 행 직접 입력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서브쿼리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여러 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다른 테이블에서 복사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UPDATE 문 — 기존 행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  <a:latin typeface="Calibri"/>
              </a:rPr>
              <a:t>기존 행의 열 값을 수정하는 DML 문. WHERE 절이 없으면 테이블의 모든 행이 수정된다.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기본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822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UPDATE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SET    column = value [, column = value, ...]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[WHERE condition];          -- ⚠ WHERE 없으면 전체 수정!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6888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특정 행 수정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5778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9260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사원 113의 부서를 50으로 변경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UPDATE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SET    department_id = 50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employee_id = 113;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NULL로 업데이트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UPDATE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SET    commission_pct =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employee_id = 113;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서브쿼리로 여러 열 수정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834640"/>
            <a:ext cx="5605272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5330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사원 103의 job_id, salary를 사원 205의 값으로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UPDATE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SET     (job_id, salary) =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(SELECT job_id, salary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WHERE  employee_id = 205)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employee_id = 103;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다른 테이블 기반 업데이트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UPDATE  copy_emp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SET     dept_id = (SELECT dept_id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WHERE emp_id = 100)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 job_id = (SELECT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WHERE emp_id = 200);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3776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⚠ WHERE 절 없는 UPDATE: UPDATE employees SET salary = 0; → 전체 사원 급여 0으로 변경 (매우 위험!)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DELETE &amp; TRUNCATE 문 — 행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57784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DELETE 문 — 특정 또는 전체 행 제거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557784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기본 구문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DELETE [FROM] table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[WHERE condition];   -- ⚠ 없으면 전체 삭제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특정 행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DELETE FROM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department_name = 'Finance';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모든 행 (ROLLBACK 가능)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DELETE FROM copy_emp;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서브쿼리 활용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DELETE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department_id FROM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department_name LIKE '%Public%');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777240"/>
            <a:ext cx="560527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TRUNCATE 문 — 모든 행 제거 (DDL)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43000"/>
            <a:ext cx="5605272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5330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구문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TRUNCATE TABLE table_name;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예제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TRUNCATE TABLE copy_emp;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⚠ DDL 문 → ROLLBACK 불가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⚠ 자동 커밋 발생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63240"/>
            <a:ext cx="560527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DELETE vs TRUNCATE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09360" y="3429000"/>
          <a:ext cx="56052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424"/>
                <a:gridCol w="1868424"/>
                <a:gridCol w="1868424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TRUNCATE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분류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DML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DDL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WHERE 조건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가능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불가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느림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트리거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실행됨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실행 안 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274320" y="4160520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  <a:latin typeface="Calibri"/>
              </a:rPr>
              <a:t>WHERE 절 없는 DELETE: 전체 행 삭제 (ROLLBACK 가능)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5577840" cy="3200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262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DELETE vs TRUNCATE: 되돌릴 필요가 있으면 DELETE, 빠른 전체 삭제는 TRUNCATE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트랜잭션 (Database Transaction)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트랜잭션: 논리적 작업 단위를 형성하는 DML 문의 집합. COMMIT 또는 ROLLBACK으로 완료.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트랜잭션 시작/종료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55778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시작: 첫 번째 DML 문이 실행될 때
종료:
• COMMIT 또는 ROLLBACK 실행
• DDL 또는 DCL 문 실행 (자동 커밋)
• SQL Developer/SQL*Plus 정상 종료
• 시스템 충돌 (자동 롤백)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60527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COMMIT &amp; ROLLBACK 장점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605272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2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① 데이터 일관성 보장
② 영구 반영 전 변경 사항 미리 확인
③ 논리적으로 관련된 작업 그룹화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6052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SAVEPOINT — 트랜잭션 내 특정 시점으로 롤백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2628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17720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UPDATE employees SET salary = salary*1.1 WHERE department_id = 50;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SAVEPOINT update_done;       -- 마커 생성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 VALUES (300, 'Test Dept', NULL, 1700);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ROLLBACK TO update_done;     -- SAVEPOINT 이후 변경 취소 (INSERT 취소)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                      -- UPDATE는 유지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COMMIT;                      -- UPDATE를 영구 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COMMIT / ROLLBACK 전후 데이터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5778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COMMIT 전 데이터 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32004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234440"/>
            <a:ext cx="516636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344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이전 상태 복구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32004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828800"/>
            <a:ext cx="5166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288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현재 세션: DML 결과 SELECT로 확인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23160"/>
            <a:ext cx="32004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423160"/>
            <a:ext cx="516636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4231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다른 세션: 현재 세션의 DML 결과 볼 수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17520"/>
            <a:ext cx="32004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017520"/>
            <a:ext cx="5166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175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영향받은 행: 잠금(LOCK) 설정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777240"/>
            <a:ext cx="5605272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COMMIT 후 데이터 상태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34440"/>
            <a:ext cx="3200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1234440"/>
            <a:ext cx="5193792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1234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데이터 변경이 DB에 영구 저장됨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709928"/>
            <a:ext cx="3200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1709928"/>
            <a:ext cx="5193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1709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이전 데이터 상태를 덮어씀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185416"/>
            <a:ext cx="3200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20840" y="2185416"/>
            <a:ext cx="5193792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21854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모든 세션에서 결과 확인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60904"/>
            <a:ext cx="3200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2660904"/>
            <a:ext cx="5193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26609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잠금 해제 → 다른 세션 수정 가능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136392"/>
            <a:ext cx="3200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20840" y="3136392"/>
            <a:ext cx="5193792" cy="3840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3136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모든 SAVEPOINT 제거됨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033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703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COMMIT 예제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069080"/>
            <a:ext cx="557784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41605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DELETE FROM employees WHERE employee_id = 113;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 VALUES (290, 'Corporate Tax', NULL, 1700);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COMMIT;     -- 두 DML 변경을 영구 저장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70332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703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ROLLBACK 예제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069080"/>
            <a:ext cx="5605272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160520"/>
            <a:ext cx="5330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DELETE FROM copy_emp;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ROLLBACK;   -- 삭제 취소, 이전 상태 복원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데이터 변경 취소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이전 상태 복원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잠금 해제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34924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문장 수준 롤백 (Statement-Level Rollback): 단일 DML 실패 → 해당 문장만 롤백, 다른 변경은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묵시적 트랜잭션 처리 &amp; 읽기 일관성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자동 커밋 (Automatic COMMIT)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200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88720"/>
            <a:ext cx="516636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188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DDL 문이 실행될 때 (CREATE, DROP, ALTER ...)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83080"/>
            <a:ext cx="3200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783080"/>
            <a:ext cx="5166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830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DCL 문이 실행될 때 (GRANT, REVOKE ...)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77440"/>
            <a:ext cx="3200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377440"/>
            <a:ext cx="516636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3774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SQL Developer/SQL*Plus에서 정상 종료 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77724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자동 롤백 (Automatic ROLLBACK)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32004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1188720"/>
            <a:ext cx="5193792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188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SQL Developer/SQL*Plus 비정상 종료 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783080"/>
            <a:ext cx="32004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1783080"/>
            <a:ext cx="519379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17830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시스템 충돌(장애) 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46888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468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⚠ DDL 자동 커밋 주의 예제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3464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292608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UPDATE employees SET salary = 99999 WHERE employee_id = 100;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아직 COMMIT 안 함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CREATE TABLE temp_tbl (id NUMBER);  -- DDL 실행 → UPDATE도 함께 자동 커밋!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ROLLBACK;   -- 이미 커밋됨 → 효과 없음 (salary = 99999 유지)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⚠ DDL 실행 전 COMMIT 또는 ROLLBACK 여부를 반드시 결정할 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읽기 일관성 (Read Consistency)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83480"/>
            <a:ext cx="1164031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• 읽기 일관성: 항상 데이터의 일관된 뷰를 보장
• 독자는 쓰기를 기다리지 않는다 (Non-blocking reads)
• 쓰기는 읽기를 기다리지 않는다 (Non-blocking writes)
• 쓰기는 쓰기를 기다린다 (동일 행에 대한 쓰기 충돌)
• Oracle은 언두(Undo) 세그먼트에 변경 이전 데이터를 보관 → 다른 세션에 이전 이미지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수동 데이터 잠금 — FOR UPDATE &amp; LOCK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SELECT ... FOR UPDATE 절 — 행 잠금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SA_REP 사원의 행을 잠금 (수정 전 잠금 획득)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salary, commission_pct,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job_id = 'SA_REP'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FOR UPDATE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특징: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• ROLLBACK 또는 COMMIT 시에만 잠금 해제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• 잠긴 행을 다른 세션이 수정하려 하면 잠금 해제까지 대기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• FOR UPDATE NOWAIT: 즉시 오류(ORA-00054) 반환 — 대기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여러 테이블에 FOR UPDATE 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77639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e.employee_id, e.salary, e.commission_pct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JOIN   departments d USING (department_id)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job_id = 'ST_CLERK' AND location_id = 1500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FOR UPDATE         -- EMPLOYEES와 DEPARTMENTS 양쪽 행 모두 잠금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e.employee_id;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FOR UPDATE OF column: 특정 열이 있는 테이블만 잠금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FOR UPDATE OF e.salary;   -- EMPLOYEES의 행만 잠금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9788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LOCK TABLE table_name IN [ROW SHARE | EXCLUSIVE | ...] MODE [NOWAIT];   — 테이블 수준 잠금, COMMIT/ROLLBACK 시 해제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트랜잭션 시나리오 — SAVEPOINT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SAVEPOINT를 활용한 트랜잭션 제어 시나리오 (단계별 분석)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977639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280160"/>
            <a:ext cx="11365992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시나리오: 급여 조정 + 신규 부서 추가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UPDATE employees SET salary = salary*1.05 WHERE department_id=50;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(45개 행 업데이트)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SAVEPOINT after_salary_update;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이 시점 마커 설정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INSERT INTO departments VALUES (300,'Test Dept',NULL,1700);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신규 부서 추가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DELETE FROM employees WHERE employee_id = 999;  -- 존재하지 않는 사원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(0 rows deleted, 오류 아님)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ROLLBACK TO after_salary_update;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SAVEPOINT 이후 변경(INSERT, DELETE 시도) 취소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salary 업데이트는 유지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COMMIT;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salary * 1.05 변경이 영구 저장됨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25780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57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트랜잭션 흐름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669280"/>
            <a:ext cx="20116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5669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5669280"/>
            <a:ext cx="201168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5669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SAVEPOINT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5669280"/>
            <a:ext cx="201168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5669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5669280"/>
            <a:ext cx="201168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5669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ROLLBACK 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5669280"/>
            <a:ext cx="201168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5669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INSERT / UPDATE / DELETE 종합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INSERT — 서브쿼리로 SA_REP 사원 복사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INSERT INTO copy_emp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* FROM employees WHERE job_id = 'SA_REP';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VALUES 없이, 30행 삽입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UPDATE — 부서 평균보다 낮은 급여 사원 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63240"/>
            <a:ext cx="11640312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154680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UPDATE copy_emp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SET    salary = (SELECT AVG(salary) FROM employees)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salary &lt; (SELECT AVG(salary) FROM employees);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평균 미만 사원 급여를 평균으로 업데이트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1772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DELETE — 서브쿼리로 특정 부서 사원 삭제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983480"/>
            <a:ext cx="11640312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074920"/>
            <a:ext cx="113659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DELETE FROM copy_emp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IN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(SELECT department_id FROM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       WHERE  department_name LIKE '%Public%');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Public 부서 사원 삭제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DML 모범 사례 &amp; 주의사항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10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10: DML 문을 사용한 테이블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DML 사용 시 반드시 주의해야 할 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4572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2344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234440"/>
            <a:ext cx="11091672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WHERE 없는 UPDATE/DELETE는 전체 행에 영향 — 반드시 WHERE 조건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65960"/>
            <a:ext cx="4572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659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965960"/>
            <a:ext cx="1109167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965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TRUNCATE는 DDL이므로 ROLLBACK 불가 — 신중하게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97480"/>
            <a:ext cx="4572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6974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97480"/>
            <a:ext cx="11091672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97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DDL 문 실행 전 미완료 DML의 COMMIT/ROLLBACK 여부 결정 필수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4572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429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429000"/>
            <a:ext cx="1109167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29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중요한 작업 전 SAVEPOINT를 설정하여 부분 롤백 가능하게 유지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60520"/>
            <a:ext cx="4572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1605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160520"/>
            <a:ext cx="11091672" cy="5943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60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INSERT ... SELECT 구문으로 대량 데이터 복사 효율화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92040"/>
            <a:ext cx="4572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892040"/>
            <a:ext cx="1109167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92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FOR UPDATE로 수정할 행을 미리 잠금하여 동시성 문제 방지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76072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트랜잭션 설계 원칙: 관련 DML을 하나의 트랜잭션으로 묶고, COMMIT/ROLLBACK을 명시적으로 제어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Chapter 10 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00584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새 행 추가 — VALUES (1행) 또는 서브쿼리 (다중행)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행 수정 — WHERE 없으면 전체 수정 (주의!)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945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행 제거 — WHERE 없으면 전체, ROLLBACK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TRUNCATE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889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전체 행 제거 — DDL, ROLLBACK 불가, 빠름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보류 변경 영구 저장 — 모든 SAVEPOINT 제거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77639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보류 변경 취소 — COMMIT 이후는 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SAVEPOINT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5720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마커 생성 — ROLLBACK TO로 해당 시점 이후 취소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자동 커밋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663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DDL/DCL 실행 시 자동 커밋 (미완료 DML도 함께 커밋됨)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읽기 일관성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7607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Undo 세그먼트로 변경 전 데이터 보관 — 독자/쓰기 비블로킹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Oracle Database 19c  |  Chapter 10: DML 문을 사용한 테이블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