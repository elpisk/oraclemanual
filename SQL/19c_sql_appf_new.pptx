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36576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11430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430000" cy="36576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A623"/>
                </a:solidFill>
              </a:rPr>
              <a:t>Appendix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계층적 데이터 조회
(Hierarchical Retrieval)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28090"/>
                </a:solidFill>
              </a:rPr>
              <a:t>Generating Hierarchical Reports from Self-Referencing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 WITH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CONNECT BY PRIOR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LEVEL 의사컬럼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LPAD 시각화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4663440"/>
            <a:ext cx="219456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Pruning 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Oracle Database 19c: SQL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1645920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계층적 쿼리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005840"/>
            <a:ext cx="9784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133856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자기 참조 테이블의 부모-자식 관계를 따라 재귀적으로 데이터를 탐색한다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164592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트리 보고서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901952"/>
            <a:ext cx="9784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029968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START WITH와 CONNECT BY PRIOR로 트리 구조 보고서를 작성한다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98064"/>
            <a:ext cx="164592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98064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LEVEL 활용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798064"/>
            <a:ext cx="9784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926080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LEVEL 의사컬럼으로 각 노드의 계층 깊이를 파악한다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94176"/>
            <a:ext cx="1645920" cy="6400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9417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들여쓰기 시각화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3694176"/>
            <a:ext cx="9784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822191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LPAD와 LEVEL을 결합하여 계층 조직도를 시각적으로 표현한다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90288"/>
            <a:ext cx="164592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590288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가지 제거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590288"/>
            <a:ext cx="9784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718303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WHERE vs CONNECT BY 조건으로 특정 노드/가지를 제거한다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1645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486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경로 &amp; 루트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486400"/>
            <a:ext cx="9784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5614416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SYS_CONNECT_BY_PATH, CONNECT_BY_ROOT로 경로와 루트 정보를 추출한다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계층적 데이터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자기 참조(Self-referencing) 컬럼: 같은 테이블 내에서 부모 행을 참조하는 컬럼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30352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EMPLOYEES 테이블 (자기 참조)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30352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084832"/>
            <a:ext cx="5084064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EMPLOYEE_ID  ← 부모 키 (Primary Key)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JOB_ID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MANAGER_ID   ← 자식 키 (→ 부모의 EMPLOYEE_ID 참조)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SALARY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DEPARTMENT_ID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600200"/>
            <a:ext cx="60350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61848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자연 트리 구조 (EMPLOYEES)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011680"/>
            <a:ext cx="603504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2084832"/>
            <a:ext cx="5815583" cy="2414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King (100, mgr=NULL)      ← 루트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├─ Kochhar (101, mgr=100)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│  ├─ Whalen (200, mgr=101)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│  └─ Higgins (205, mgr=101)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│     └─ Gietz (206, mgr=205)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└─ De Haan (102, mgr=100)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└─ Hunold (103, mgr=102)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├─ Ernst (104, mgr=103)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└─ Lorentz (107, mgr=103)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5876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CONNECT 규칙:  부모의 EMPLOYEE_ID  =  자식의 MANAGER_ID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3200400" cy="5486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4348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King (100)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43484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4634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343400"/>
            <a:ext cx="3200400" cy="5486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44348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Kochhar (101)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43484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Kochhar.MANAGER_ID =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074920"/>
            <a:ext cx="3200400" cy="5486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16635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Kochhar (101)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66359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4634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074920"/>
            <a:ext cx="3200400" cy="5486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516635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Higgins (205)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166359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Higgins.MANAGER_ID = 101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806440"/>
            <a:ext cx="3200400" cy="5486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89787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Higgins (205)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897879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4634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5806440"/>
            <a:ext cx="3200400" cy="5486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589787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Gietz (206)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897879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Gietz.MANAGER_ID = 205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계층적 쿼리 구문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987552"/>
            <a:ext cx="11393424" cy="1453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[LEVEL], column, expr ...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table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[WHERE   condition(s)]        -- 최종 결과 필터링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[START WITH condition(s)]     -- 루트 노드 지정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[CONNECT BY PRIOR condition]; -- 부모-자식 관계 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256032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651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START WITH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651760"/>
            <a:ext cx="8961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1576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트리 탐색의 시작 노드(루트) 조건을 지정한다.
예: START WITH manager_id IS NULL
     → 최상위 관리자(King)가 루트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2560320" cy="7772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6576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CONNECT BY PRIOR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657600"/>
            <a:ext cx="8961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72160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부모-자식 관계를 정의하고 탐색 방향을 결정한다.
PRIOR 키워드의 위치가 방향을 결정한다.
PRIOR column1 = column2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63440"/>
            <a:ext cx="2560320" cy="7772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663440"/>
            <a:ext cx="8961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72744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행의 계층 깊이를 나타내는 의사컬럼.
루트 = 1, 루트의 직속 부하 = 2 ...
LPAD와 결합하여 들여쓰기에 활용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669280"/>
            <a:ext cx="256032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669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5669280"/>
            <a:ext cx="8961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5733288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계층 탐색 완료 후 최종 결과를 필터링.
해당 노드만 제거 (자식 노드는 유지).
START WITH와 의미가 다름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629400"/>
            <a:ext cx="11612880" cy="914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하향식 탐색 (Top-Down)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CONNECT BY PRIOR employee_id = manager_id  →  부모의 employee_id = 자식의 manager_id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9436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73352"/>
            <a:ext cx="5724144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하향식: King부터 모든 부하 직원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 last_name || ' reports to ' ||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PRIOR last_name  AS "Walk Top Down"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 WITH last_name = 'King'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00200"/>
            <a:ext cx="539496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184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결과 (일부)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539496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84832"/>
            <a:ext cx="5175504" cy="2505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Walk Top Down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-----------------------------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King reports to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Kochhar reports to 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Whalen reports to 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Higgins reports to 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Gietz reports to Higgins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 Haan reports to 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Hunold reports to De Haan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Ernst reports to Hunold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Lorentz reports to Hunold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675887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PRIOR 위치에 따른 방향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5577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148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하향식 (Top-Down)
PRIOR employee_id = manager_id
→ PRIOR: 부모의 employee_id
→ manager_id: 현재 행의 manager_id
→ 부모에서 자식으로 내려감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069080"/>
            <a:ext cx="5852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114800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상향식 (Bottom-Up)
PRIOR manager_id = employee_id
→ PRIOR: 부모의 manager_id
→ employee_id: 현재 행의 employee_id
→ 자식에서 부모로 올라감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상향식 탐색 (Bottom-Up)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CONNECT BY PRIOR manager_id = employee_id  →  하위 노드에서 상위 관리자로 올라간다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94360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73352"/>
            <a:ext cx="5724144" cy="1453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상향식: Gietz(206)에서 King까지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 job_id,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 employee_id = 206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manager_id = employee_id;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00200"/>
            <a:ext cx="539496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184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결과 (Gietz → King)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539496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84832"/>
            <a:ext cx="5175504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EMP_ID  LAST_NAME  JOB_ID      MGR_ID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206     Gietz     AC_ACCOUNT  205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205     Higgins   AC_MGR      101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101     Kochhar   AD_VP       100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100     King      AD_PRES    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3756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35584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상향식 탐색 경로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2011680" cy="8229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94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Gietz
(206)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</a:rPr>
              <a:t>↑
PRIOR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794760"/>
            <a:ext cx="201168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794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Higgins
(205)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</a:rPr>
              <a:t>↑
PRIOR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94760"/>
            <a:ext cx="20116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794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Kochhar
(101)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</a:rPr>
              <a:t>↑
PRIOR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794760"/>
            <a:ext cx="2011680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794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King
(100)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PRIOR manager_id (206→205→101→100) = employee_id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0352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321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활용 시나리오: 특정 직원의 보고 체계 확인, 결재 라인 추적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715000"/>
            <a:ext cx="1161288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788152"/>
            <a:ext cx="1139342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직원 205번의 결재 라인 (상향식)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 job_id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employee_id = 205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manager_id = employee_id;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의사컬럼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LEVEL: 계층적 쿼리에서 각 행의 깊이(depth)를 반환하는 의사컬럼 — 루트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8229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002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6733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King (100)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21992"/>
            <a:ext cx="8229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2199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  Kochhar (101)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43784"/>
            <a:ext cx="822960" cy="5029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84378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169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    Higgins (205)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65576"/>
            <a:ext cx="8229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46557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5387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      Gietz (206)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87368"/>
            <a:ext cx="8229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08736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  De Haan (102)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822960" cy="5029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7091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823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    Hunold (103)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30952"/>
            <a:ext cx="8229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3309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041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      Ernst (104)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600200"/>
            <a:ext cx="60350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161848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LEVEL 쿼리 예제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011680"/>
            <a:ext cx="603504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1888" y="2084832"/>
            <a:ext cx="5815583" cy="2414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LEVEL, employee_id,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last_name,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 SIBLINGS BY last_name;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ORDER SIBLINGS BY: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계층 구조를 유지하면서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같은 부모의 형제 노드만 정렬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076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ORDER SIBLINGS BY: 형제 노드 간만 정렬 (계층 구조 유지) | ORDER BY: 전체 재정렬 (계층 파괴 주의!)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LPAD + LEVEL 계층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LPAD(last_name, LENGTH(last_name)+(LEVEL*2)-2, '_')  →  들여쓰기로 계층 조직도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9436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73352"/>
            <a:ext cx="5724144" cy="1956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COLUMN org_chart FORMAT A20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LPAD(last_name,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LENGTH(last_name) + (LEVEL * 2) - 2,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'_')      AS org_chart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first_name = 'Steven'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AND last_name  = 'King'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00200"/>
            <a:ext cx="54864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184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LPAD 공식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548640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84832"/>
            <a:ext cx="526694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총 길이 = LENGTH(last_name) + (LEVEL*2) - 2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LEVEL=1: +0글자  → 들여쓰기 없음 (루트)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LEVEL=2: +2글자  → '_' 2개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LEVEL=3: +4글자  → '_' 4개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LEVEL=4: +6글자  → '_' 6개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예) 'King' (길이4), LEVEL=1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LPAD('King', 4+2-2, '_') = LPAD('King',4,'_')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→ 'King'  (들여쓰기 없음)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예) 'Kochhar' (길이7), LEVEL=2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LPAD('Kochhar', 7+4-2, '_') = LPAD('Kochhar',9,'_')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→ '__Kochhar'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94760"/>
            <a:ext cx="59436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13048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결과 (org_chart)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5943600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279392"/>
            <a:ext cx="5724144" cy="2322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ORG_CHART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--------------------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____Whalen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____Higgins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______Gietz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__De Haan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____Hunold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______Ernst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______Lorentz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__Mourgos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____Rajs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가지 제거 — WHERE 절 (단일 노드)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WHERE 절: 계층 탐색 완료 후 최종 결과에서 해당 노드만 제거 — 자식 노드는 남는다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57784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73352"/>
            <a:ext cx="5358383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WHERE로 Higgins만 제거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last_name != 'Higgins'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00200"/>
            <a:ext cx="603504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1673352"/>
            <a:ext cx="5815583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 (Higgins는 없지만 Gietz는 남음)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EMP_ID 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101     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200     Whalen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← Higgins 제거됨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206     Gietz     ← 하지만 Gietz는 남음!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(부모 없는 Gietz가 고아 노드처럼 표시)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3872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⚠  WHERE로 Higgins를 제거해도 Gietz(Higgins의 부하)는 결과에 남아있습니다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77639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99592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가지 구조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89120"/>
            <a:ext cx="1161288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462272"/>
            <a:ext cx="11393424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[원래 트리]              [WHERE 제거 후]          [CONNECT BY 제거 후]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Kochhar                  Kochhar                  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├─ Whalen                ├─ Whalen                └─ Whalen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└─ Higgins  ← 제거       └─ (없음)                (Higgins 가지 전체 제거)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└─ Gietz ← 남음          └─ Gietz ← 남음!      (Gietz도 제거됨)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가지 제거 — CONNECT BY 절 (가지 전체)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CONNECT BY 조건: 해당 노드에서 탐색을 중단 — 노드 + 모든 하위 가지가 제거된다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73352"/>
            <a:ext cx="5358383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CONNECT BY로 Higgins 가지 전체 제거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AND last_name != 'Higgins';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→ Higgins와 Gietz 모두 제거됨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00200"/>
            <a:ext cx="603504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1673352"/>
            <a:ext cx="5815583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 (Higgins와 Gietz 모두 없음)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EMP_ID 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101     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200     Whalen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← Higgins 제거됨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← Gietz도 제거됨!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(Higgins 가지 전체 탐색 차단)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76732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WHERE vs CONNECT BY 비교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60520"/>
            <a:ext cx="2286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1788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4160520"/>
            <a:ext cx="4572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178808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WHERE 절 제거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160520"/>
            <a:ext cx="45720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4178808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CONNECT BY 절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22860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736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처리 시점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4663440"/>
            <a:ext cx="45720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7365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탐색 완료 후 필터링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4663440"/>
            <a:ext cx="45720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7365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탐색 중 조건 체크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38927"/>
            <a:ext cx="2286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212079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제거 범위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5138927"/>
            <a:ext cx="4572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5212079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해당 노드만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5138927"/>
            <a:ext cx="4572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5212079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해당 노드 + 모든 하위 가지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614416"/>
            <a:ext cx="22860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6875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자식 노드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5614416"/>
            <a:ext cx="45720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56875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유지됨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5614416"/>
            <a:ext cx="45720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56875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제거됨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089904"/>
            <a:ext cx="2286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1630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용도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6089904"/>
            <a:ext cx="4572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61630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특정 직원 숨기기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6089904"/>
            <a:ext cx="4572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61630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특정 팀/부서 제외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SYS_CONNECT_BY_PATH &amp; CONNECT_BY_ROOT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SYS_CONNECT_BY_PATH(col, '구분자')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5577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루트부터 현재 노드까지의 경로를 지정한 구분자로 구분한 문자열로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557784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93392"/>
            <a:ext cx="5358383" cy="1453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SYS_CONNECT_BY_PATH(last_name, '/') AS path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557784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685032"/>
            <a:ext cx="5358383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 예시: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EMP_ID  LAST_NAME  PATH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100     King       /King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101     Kochhar    /King/Kochhar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200     Whalen     /King/Kochhar/Whalen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205     Higgins    /King/Kochhar/Higgins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206     Gietz      /King/Kochhar/Higgins/Gietz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914400"/>
            <a:ext cx="585216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93268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CONNECT_BY_ROOT column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32588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37160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행이 속한 서브트리의 루트 노드의 column 값을 반환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920240"/>
            <a:ext cx="585216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1993392"/>
            <a:ext cx="5632704" cy="1453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 LEVEL,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CONNECT_BY_ROOT last_name AS root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611880"/>
            <a:ext cx="585216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3685032"/>
            <a:ext cx="5632704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 예시 (단일 루트 King인 경우):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EMP_ID  LAST_NAME  LEVEL  ROOT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100     King       1      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101     Kochhar    2      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206     Gietz      4      King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모든 행에서 root = 'King'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9496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41324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CONNECT_BY_ISLEAF: 자식이 없는 리프 노드 = 1, 자식이 있는 노드 =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06440"/>
            <a:ext cx="1161288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879592"/>
            <a:ext cx="1139342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 CONNECT_BY_ISLEAF AS is_leaf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WHERE CONNECT_BY_ISLEAF = 1  -- 리프만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ORDER SIBLINGS BY &amp; 정렬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97840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ORDER SIBLINGS BY: 계층 구조를 유지하면서 같은 부모의 형제 노드 간에만 정렬한다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 SIBLINGS BY (계층 구조 유지)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577840" cy="4389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084832"/>
            <a:ext cx="5358383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LEVEL,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 SIBLINGS BY last_name;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결과: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LEVEL 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      King          ← 루트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      De Haan       ← King 하위, 알파벳순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3        Hunold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4          Ernst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4          Lorentz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      Kochhar       ← King 하위, 알파벳순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3        Higgins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4          Gietz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3        Whalen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600200"/>
            <a:ext cx="585216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61848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 BY last_name (계층 파괴!) 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011680"/>
            <a:ext cx="5852160" cy="4389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084832"/>
            <a:ext cx="5632704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LEVEL,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 BY last_name;   -- 주의!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 (계층 구조 무너짐):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LEVEL 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4      Abel          ← 깊은 레벨이 맨 위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1      Austin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3      Baida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2      Banda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4      Bates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...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(계층 구조가 완전히 사라짐)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고급 계층 기능 — NOCYCLE &amp;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Appendix F  |  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9340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19c: SQL Workshop  |  Appendix F — 계층적 데이터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326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NOCYCLE — 순환 참조 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순환 참조(A→B→C→A)가 있으면 ORA-01436 오류 발생.
NOCYCLE 지정 시 순환 감지 후 탐색 중단 (오류 없음).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557784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5358383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 CONNECT_BY_ISCYCLE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NOCYCLE PRIOR employee_id = manager_id;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CONNECT_BY_ISCYCLE: 1 = 순환 발생 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7673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LEVEL로 탐색 깊이 제한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60520"/>
            <a:ext cx="557784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233672"/>
            <a:ext cx="5358383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상위 3단계만 조회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LEVEL, last_name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LEVEL &lt;= 3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 SIBLINGS BY last_name;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914400"/>
            <a:ext cx="585216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93268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계층 결과에서 집계 (인라인 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585216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1399032"/>
            <a:ext cx="5632704" cy="3328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특정 직원의 팀 급여 합계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SUM(salary)   AS team_total,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COUNT(*)      AS team_size,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ROUND(AVG(salary)) AS team_avg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salary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START  WITH employee_id = 101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레벨별 평균 급여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COUNT(*)          AS cnt,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ROUND(AVG(salary)) AS avg_sal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START  WITH manager_id IS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GROUP  BY LEVEL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 BY LEVEL;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080760"/>
            <a:ext cx="1161288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1264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집계 함수는 인라인 뷰로 계층 결과를 감싼 후 외부 쿼리에서 적용하세요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28090"/>
                </a:solidFill>
              </a:rPr>
              <a:t>Appendix F — 계층적 데이터 조회 (Hierarchical Retrieval)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2004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START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46304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루트 노드 조건 지정. manager_id IS NULL → 최상위 관리자가 루트.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3200400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CONNECT BY PRIOR a=b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PRIOR a: 부모의 a, b: 현재의 b → 하향식. PRIOR b=a → 상향식.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3200400" cy="6858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08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20040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루트=1, 루트 부하=2 … 의사컬럼. LPAD와 결합하여 들여쓰기 조직도 생성.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32004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776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WHERE vs CONNECT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069079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WHERE: 해당 노드만 제거(자식 유지). CONNECT BY: 가지 전체 제거.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320040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463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SYS_CONNECT_BY_PATH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937759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루트→현재까지 경로를 구분자로 연결한 문자열 반환.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320040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150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CONNECT_BY_ROOT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80644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현재 행의 서브트리 루트 노드 값 반환.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47104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START WITH + CONNECT BY PRIOR = Oracle의 강력한 계층 쿼리 도구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