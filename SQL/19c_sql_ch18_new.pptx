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1164031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623"/>
                </a:solidFill>
              </a:rPr>
              <a:t>Chapter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Controlling User 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시스템 권한  |  객체 권한  |  롤(Role)  |  WITH GRANT OPTION  |  REVOKE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50292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097280"/>
            <a:ext cx="10789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207007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시스템 권한과 객체 권한을 구분한다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01368"/>
            <a:ext cx="50292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89280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1801368"/>
            <a:ext cx="10789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1911095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CREATE USER로 사용자를 생성하고 시스템 권한을 부여한다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05456"/>
            <a:ext cx="50292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59689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2505456"/>
            <a:ext cx="10789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6151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롤(Role)을 생성하여 권한 집합을 관리하고 사용자에게 부여한다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9544"/>
            <a:ext cx="50292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30098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3209544"/>
            <a:ext cx="10789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3192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테이블·뷰·시퀀스에 객체 권한(SELECT, INSERT 등)을 부여한다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13632"/>
            <a:ext cx="50292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00507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3913632"/>
            <a:ext cx="10789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023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WITH GRANT OPTION으로 권한 재부여 권한을 위임한다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17720"/>
            <a:ext cx="50292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709159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4617720"/>
            <a:ext cx="10789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7274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데이터 딕셔너리 뷰로 부여된 권한을 확인한다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321808"/>
            <a:ext cx="50292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41324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5321808"/>
            <a:ext cx="10789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4315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REVOKE로 권한을 회수하고 연쇄 회수 동작을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권한 개요 — 시스템 보안 vs 데이터 보안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Oracle 데이터베이스는 두 가지 보안 수준으로 사용자 접근을 제어합니다.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5486400" cy="23774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시스템 보안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933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(System Security)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59152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사용자명 / 암호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06624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데이터베이스 접속 권한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54096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200개 이상 시스템 권한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01568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DBA가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508760"/>
            <a:ext cx="5486400" cy="2377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데이터 보안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9933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(Data Security)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59152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객체 권한 (SELECT, INSERT 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06624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스키마(Schema) 기반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54096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테이블·뷰·시퀀스 수준 제어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401568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객체 소유자가 부여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023360"/>
            <a:ext cx="1152144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스키마(Schema): 특정 사용자가 소유한 데이터베이스 객체(테이블, 뷰, 시퀀스 등)의 집합 → 사용자명 = 스키마명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17720"/>
            <a:ext cx="11521440" cy="38404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817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6817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시스템 권한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6817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객체 권한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029200"/>
            <a:ext cx="11521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1206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목적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12064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데이터베이스 작업 수행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12064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객체 내용 조작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440680"/>
            <a:ext cx="11521440" cy="393192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321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ON 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53212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없음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53212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있음 (ON table)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852160"/>
            <a:ext cx="11521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43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예시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94360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CREATE TABLE, CREATE SESSION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94360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SELECT, INSERT, UPDATE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263640"/>
            <a:ext cx="11521440" cy="393192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355079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부여자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6355079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DBA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6355079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객체 소유자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시스템 권한 &amp; 사용자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530352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698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사용자 생성 (DBA 전용)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303520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08760"/>
            <a:ext cx="5029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구문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USER user_name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IDENTIFIED BY password;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예제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USER demo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IDENTIFIED BY demo;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05840"/>
            <a:ext cx="585216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0698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시스템 권한 부여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5852160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08760"/>
            <a:ext cx="5577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구문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privilege [, privilege ...]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TO    user [, user | role | PUBLIC ...];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예제: 개발자 권한 부여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create session, create table,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create sequence, create view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TO    demo;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54680"/>
            <a:ext cx="115214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186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권한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2186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2186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주로 부여 대상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47872"/>
            <a:ext cx="11521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393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CREATE SESSION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6393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데이터베이스 접속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6393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모든 사용자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59352"/>
            <a:ext cx="11521440" cy="393192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5079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CREATE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050791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테이블 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05079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개발자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70832"/>
            <a:ext cx="11521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4622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CREATE SEQUENCE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4622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시퀀스 생성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4622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개발자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782312"/>
            <a:ext cx="11521440" cy="393192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8737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CREATE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737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뷰 생성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8737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개발자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193792"/>
            <a:ext cx="11521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28523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CREATE PROCEDURE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285231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프로시저/함수 생성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528523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개발자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605272"/>
            <a:ext cx="11521440" cy="393192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6967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CREATE USER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69671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사용자 계정 생성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5696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DBA 전용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016752"/>
            <a:ext cx="115214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1081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DROP TABLE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1081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테이블 삭제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1081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DBA 전용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롤 (Role) — 권한의 집합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롤: 이름을 붙인 관련 권한의 집합 — 여러 사용자에게 권한 집합을 일괄 부여·관리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303520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롤 없이 — 개별 권한 부여 (복잡)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84248"/>
            <a:ext cx="530352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0574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GRANT create table TO alice;
GRANT create table TO bob;
GRANT create table TO carol;
GRANT create view TO alice;
GRANT create view TO bob;
GRANT create view TO carol;
→ 권한 변경 시 모든 사용자 반복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00200"/>
            <a:ext cx="54864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6420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롤 사용 — 일괄 관리 (단순)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84248"/>
            <a:ext cx="548640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075688"/>
            <a:ext cx="5212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-- 1. 롤 생성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ROLE dev_role;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-- 2. 롤에 권한 부여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create table, create view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TO    dev_role;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-- 3. 사용자에게 롤 부여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dev_role TO alice, bob, carol;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33087"/>
            <a:ext cx="2743200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22452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관리 단순화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64515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롤 1개로 다수 사용자에게 동일 권한 일괄 부여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4133087"/>
            <a:ext cx="2743200" cy="10972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0128" y="422452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일괄 수정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0128" y="464515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롤 권한 변경 → 모든 멤버에 자동 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133087"/>
            <a:ext cx="2743200" cy="10972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422452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활성화 제어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464515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세션 중 SET ROLE로 롤 활성화·비활성화 가능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4133087"/>
            <a:ext cx="274320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62288" y="422452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계층 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464515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롤에 다른 롤 부여 → 계층적 권한 구조 가능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76672"/>
            <a:ext cx="1152144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68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사용자 암호 변경: ALTER USER demo IDENTIFIED BY new_password;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롤 생성 &amp; 관리 예제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5943600" cy="3474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097280"/>
            <a:ext cx="5669280" cy="3291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① 롤 생성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ROLE manager;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② 롤에 권한 부여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create table, create view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TO    manager;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③ 사용자에게 롤 부여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manager TO alice;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④ 사용자에게 직접 롤 + 시스템 권한 조합 부여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manager, create sequence TO alice;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⑤ 롤에 다른 롤 부여 (계층 롤)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ROLE senior_dev;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manager TO senior_dev;        -- manager 롤 포함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create procedure TO senior_dev;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0698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롤 관련 딕셔너리 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5486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270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ROLE_SYS_PRIVS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52704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롤에 부여된 시스템 권한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65960"/>
            <a:ext cx="5486400" cy="50292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075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ROLE_TAB_PRIVS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07568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롤에 부여된 테이블 권한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514600"/>
            <a:ext cx="5486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6243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USER_ROLE_PRIVS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62432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현재 사용자에게 부여된 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063239"/>
            <a:ext cx="5486400" cy="50292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17296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DBA_ROLE_PRIVS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17296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모든 사용자의 롤 부여 현황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611880"/>
            <a:ext cx="5486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7216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DBA_ROLES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7216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DB 내 모든 롤 목록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187952"/>
            <a:ext cx="548640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2519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롤 확인 쿼리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572000"/>
            <a:ext cx="548640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663440"/>
            <a:ext cx="52120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role, privilege FROM role_sys_privs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role = 'MANAGER';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grantee, granted_role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user_role_privs;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17720"/>
            <a:ext cx="594360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68172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저장 프로시저 주의:
롤을 통한 권한은 프로시저에서 기본 비활성화
→ 직접 권한 부여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객체 권한 (Object Privileges) —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객체 권한: 특정 데이터베이스 객체(테이블, 뷰, 시퀀스 등)의 내용을 조작하는 권한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1152144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권한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테이블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시퀀스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39112"/>
            <a:ext cx="11521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5798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ALTER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1579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1579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15798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15798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구조 변경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560320"/>
            <a:ext cx="11521440" cy="50292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79191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679191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679191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679191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79191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행 삭제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81528"/>
            <a:ext cx="11521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004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2004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2004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2004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2004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인덱스 생성 (테이블 전용)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602736"/>
            <a:ext cx="11521440" cy="50292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7216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INSERT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37216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37216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7216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72160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행 삽입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123944"/>
            <a:ext cx="11521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4281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REFERENCES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42428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2428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42428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24281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FK 참조 대상으로 사용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645152"/>
            <a:ext cx="11521440" cy="50292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76402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SELECT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47640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47640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476402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76402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데이터 조회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166360"/>
            <a:ext cx="11521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2852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</a:rPr>
              <a:t>UPDATE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5285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5285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</a:rPr>
              <a:t>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5285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52852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행 수정 (열 수준 가능)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715000"/>
            <a:ext cx="1152144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806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ALL: 해당 객체에 적용 가능한 모든 객체 권한 부여 / 객체 소유자는 항상 자신의 객체에 모든 권한 보유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객체 권한 부여 (GRANT)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GRANT 구문으로 다른 사용자 또는 롤에 객체 권한을 부여합니다.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30352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91640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구문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 object_priv [(columns)] | ALL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    object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TO     {user | role | PUBLIC}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[WITH GRANT OPTION];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600200"/>
            <a:ext cx="6126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6916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구문 요소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01168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object_priv: 부여할 권한명 (SELECT, INSERT 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67712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(columns): INSERT, UPDATE, REFERENCES에서 열 지정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523744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ALL: 객체에 적용 가능한 모든 권한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779776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ON object: 권한 대상 객체 지정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035808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• PUBLIC: 모든 현재·미래 사용자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29000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930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13048"/>
            <a:ext cx="1152144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904487"/>
            <a:ext cx="11247119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-- 1. 테이블 조회 권한 부여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select ON employees TO demo;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-- 2. 모든 권한 부여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ALL ON employees TO demo;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-- 3. 열 수준 UPDATE 권한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update (department_name, location_id)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   departments TO demo, manager;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-- 4. WITH GRANT OPTION (재부여 가능)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select, insert ON departments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TO    demo WITH GRANT OPTION;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-- 5. PUBLIC (전체 사용자)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select ON departments TO PUBLIC;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WITH GRANT OPTION &amp;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698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WITH GRANT OPTION — 받은 권한을 다른 사용자에게 재부여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548640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508760"/>
            <a:ext cx="52120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select, insert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   departments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TO    demo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WITH GRANT OPTION;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demo 사용자가 권한 재부여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select ON hr.departments TO alice;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17320"/>
            <a:ext cx="5943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087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권한 체인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874519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HR → demo (WITH GRANT OPTION)
     demo → alice
HR가 demo 권한 회수 시:
• demo 권한 회수
• alice 권한도 연쇄 회수 (Cascade)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115214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930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PUBLIC — 데이터베이스의 모든 사용자에게 권한 부여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22191"/>
            <a:ext cx="548640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913631"/>
            <a:ext cx="5212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모든 사용자가 DEPARTMENTS를 조회 가능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select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   departments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TO    PUBLIC;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회수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REVOKE select ON departments FROM PUBLIC;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822191"/>
            <a:ext cx="59436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9136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PUBLIC 주의사항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2519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현재 + 미래 모든 사용자에게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720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• DML 권한(INSERT/UPDATE) 부여는 위험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8920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• 최소 권한 원칙에 위배 → 주의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2120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보안 감사 대상: DBA_TAB_PRIVS WHERE GRANTEE='PUBLIC'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687568"/>
            <a:ext cx="1152144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790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WITH GRANT OPTION: REVOKE 시 체인 전체 연쇄 회수 / WITH ADMIN OPTION(시스템 권한): 연쇄 회수 없음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열 수준 객체 권한 (Column-Level Privileges)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INSERT, UPDATE, REFERENCES 권한은 특정 열만 지정하여 부여 가능 — 세밀한 접근 제어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30352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열 수준 권한 부여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84248"/>
            <a:ext cx="530352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075688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UPDATE 특정 열만 허용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update (department_name, location_id)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   departments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TO    demo, manager;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INSERT 특정 열만 허용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insert (employee_id, last_name, email,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  hire_date, job_id)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TO    demo;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600200"/>
            <a:ext cx="594360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664208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열 수준 권한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984248"/>
            <a:ext cx="594360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075688"/>
            <a:ext cx="5669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내가 부여한 열 권한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grantee, privilege,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table_name, column_name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user_col_privs_made;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내가 받은 열 권한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owner, table_name,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column_name, privilege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user_col_privs_recd;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14800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동작 검증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98848"/>
            <a:ext cx="1152144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590288"/>
            <a:ext cx="1124711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demo 사용자 실행 (department_name 열만 UPDATE 허용된 경우)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성공: 허용된 열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UPDATE hr.departments SET department_name = 'Sales Updated' WHERE department_id = 80;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-- 1 row updated.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실패: 허용되지 않은 열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UPDATE hr.departments SET manager_id = 100 WHERE department_id = 80;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ORA-01031: insufficient privileges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부여된 권한 확인 — 데이터 딕셔너리 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권한 관련 데이터 딕셔너리 뷰를 통해 부여된 권한과 롤을 확인합니다.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1152144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뷰 이름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5727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47672"/>
            <a:ext cx="2286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947672"/>
            <a:ext cx="11292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4825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ROLE_SYS_PRIVS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48255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롤에 부여된 시스템 권한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59736"/>
            <a:ext cx="2286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459736"/>
            <a:ext cx="11292840" cy="45720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60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</a:rPr>
              <a:t>ROLE_TAB_PRIVS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5603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롤에 부여된 테이블 권한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71800"/>
            <a:ext cx="228600" cy="4572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971800"/>
            <a:ext cx="11292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723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USER_ROLE_PRIVS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072384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현재 사용자에게 부여된 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483864"/>
            <a:ext cx="228600" cy="4572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483864"/>
            <a:ext cx="11292840" cy="45720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844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3A91"/>
                </a:solidFill>
              </a:rPr>
              <a:t>USER_SYS_PRIVS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58444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현재 사용자에게 부여된 시스템 권한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95928"/>
            <a:ext cx="2286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995928"/>
            <a:ext cx="11292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96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96"/>
                </a:solidFill>
              </a:rPr>
              <a:t>USER_TAB_PRIVS_MADE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09651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현재 사용자가 다른 사용자에게 부여한 객체 권한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507992"/>
            <a:ext cx="2286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507992"/>
            <a:ext cx="11292840" cy="45720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6085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96"/>
                </a:solidFill>
              </a:rPr>
              <a:t>USER_TAB_PRIVS_RECD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608576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현재 사용자가 받은 객체 권한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020056"/>
            <a:ext cx="2286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020056"/>
            <a:ext cx="112928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2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USER_COL_PRIVS_MADE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1206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현재 사용자가 부여한 열 수준 권한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532120"/>
            <a:ext cx="2286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532120"/>
            <a:ext cx="11292840" cy="45720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6327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USER_COL_PRIVS_RECD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5632704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현재 사용자가 받은 열 수준 권한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071616"/>
            <a:ext cx="11521440" cy="640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6163055"/>
            <a:ext cx="11247119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부여받은 객체 권한 확인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owner, table_name, privilege, grantable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user_tab_privs_recd;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내가 부여한 권한 확인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grantee, table_name, privilege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user_tab_privs_made;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권한 회수 (REVOKE)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REVOKE로 이미 부여한 권한을 회수 — WITH GRANT OPTION 체인 전체 연쇄 회수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94360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91640"/>
            <a:ext cx="5669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구문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REVOKE {privilege [, privilege ...] | ALL}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    object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{user [, user ...] | role | PUBLIC}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[CASCADE CONSTRAINTS];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예제: SELECT, INSERT 회수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REVOKE select, insert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   departments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demo;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CASCADE CONSTRAINTS: REFERENCES 권한과 함께 FK 제약 삭제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REVOKE references ON employees FROM demo CASCADE CONSTRAINTS;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00200"/>
            <a:ext cx="5486400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6420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연쇄 회수 (Cascade Revoke)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84248"/>
            <a:ext cx="5486400" cy="2359152"/>
          </a:xfrm>
          <a:prstGeom prst="rect">
            <a:avLst/>
          </a:prstGeom>
          <a:solidFill>
            <a:srgbClr val="FFFFFF"/>
          </a:solidFill>
          <a:ln w="1016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75688"/>
            <a:ext cx="521208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HR (원본 소유자)
  ↓ GRANT WITH GRANT OPTION
demo 사용자
  ↓ GRANT (재부여)
alice 사용자
HR이 demo REVOKE 시:
→ demo 권한 회수
→ alice 권한도 자동 회수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462272"/>
            <a:ext cx="11521440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CASCADE CONSTRAINTS 사용 시나리오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64608"/>
            <a:ext cx="11521440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956048"/>
            <a:ext cx="11247119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demo에게 REFERENCES 부여 → demo가 FK 생성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GRANT references ON employees TO demo;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demo: CREATE TABLE dept2 (..., mgr_id REFERENCES hr.employees(employee_id));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HR이 REFERENCES 회수 시 FK가 있으면 오류 → CASCADE CONSTRAINTS 필요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REVOKE references ON employees FROM demo CASCADE CONSTRAINTS;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demo의 FK 제약 자동 삭제 후 권한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WITH ADMIN OPTION vs WITH GRANT 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18: 사용자 접근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두 옵션 모두 권한 재부여를 허용하지만, 대상과 연쇄 회수 동작이 다릅니다.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1152144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5727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GRANT 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727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ADMIN OPTION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47672"/>
            <a:ext cx="11521440" cy="72237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391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적용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03911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객체 권한 (SELECT, INSERT ...)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391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시스템 권한 / 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97479"/>
            <a:ext cx="11521440" cy="722376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88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부여 구문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7889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GRANT obj_priv ON tbl TO user
WITH GRANT OPTION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88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GRANT sys_priv TO user
WITH ADMIN OPTION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47287"/>
            <a:ext cx="11521440" cy="72237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38727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재부여 대상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538727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다른 사용자에게만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38727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사용자·롤·PUBLIC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197096"/>
            <a:ext cx="11521440" cy="722376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88536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REVOKE 시 연쇄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288536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연쇄 회수 발생 (전체 체인)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28853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연쇄 회수 없음 (독립 회수)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46904"/>
            <a:ext cx="11521440" cy="722376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38344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롤 부여 가능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038344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불가 (사용자에게만)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03834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가능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715000"/>
            <a:ext cx="1152144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806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핵심 차이: WITH GRANT OPTION은 REVOKE 시 체인 전체 연쇄 회수 / WITH ADMIN OPTION은 연쇄 회수 없이 개별 회수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단원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Chapter 18: 사용자 접근 제어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430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56032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시스템 권한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463040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57276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200개 이상 / GRANT privilege TO user / CREATE SESSION·TABLE 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93976"/>
            <a:ext cx="2560320" cy="56692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037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CREATE 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093976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20370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DBA가 실행 / IDENTIFIED BY password / 생성 후 권한 별도 부여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24912"/>
            <a:ext cx="2560320" cy="56692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롤 (Role)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724912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2834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권한 집합에 이름 / CREATE ROLE / GRANT priv TO role / GRANT role TO 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55848"/>
            <a:ext cx="256032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6557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ALTER USER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355848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46557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사용자 암호 변경: ALTER USER ... IDENTIFIED BY new_password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86783"/>
            <a:ext cx="256032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96511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객체 권한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986783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4096511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SELECT/INSERT/UPDATE/DELETE/INDEX/REFERENCES/ALTER / 열 수준 가능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2560320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274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GRANT OPTION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4617720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47274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받은 객체 권한을 타인에게 재부여 / REVOKE 시 연쇄 회수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48656"/>
            <a:ext cx="256032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5838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PUBLIC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5248656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535838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모든 사용자에게 부여 / 최소 권한 원칙 위배 주의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879592"/>
            <a:ext cx="2560320" cy="56692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REVOKE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5879592"/>
            <a:ext cx="896112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59893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권한 회수 / WITH GRANT OPTION 체인 연쇄 회수 / CASCADE CONSTRAINTS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