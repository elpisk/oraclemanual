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데이터 정의 언어(DDL)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Introduction to Data Definition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CREATE TABLE  |  ALTER TABLE  |  DROP TABLE  |  제약 조건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457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주요 데이터베이스 객체를 분류한다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457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열에 사용할 수 있는 데이터 타입을 나열한다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457200" cy="13716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간단한 테이블을 CREATE TABLE 문으로 생성한다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88920"/>
            <a:ext cx="457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테이블 생성 시 제약 조건이 어떻게 생성되는지 설명한다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457200" cy="13716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ALTER TABLE 문으로 테이블을 수정한다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DROP TABLE 문으로 테이블을 삭제하고 복구 방법을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데이터베이스 객체 &amp; 명명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78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주요 데이터베이스 객체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548640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508760"/>
            <a:ext cx="164592" cy="8046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Table (테이블)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1109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기본 저장 단위 — 행과 열로 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77439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377439"/>
            <a:ext cx="164592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3230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View (뷰)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79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하나 이상의 테이블에서 데이터를 논리적으로 표현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548640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164592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009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Sequence (시퀀스)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484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값을 자동으로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54864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114800"/>
            <a:ext cx="164592" cy="8046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966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Index (인덱스)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17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일부 쿼리의 성능을 향상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83479"/>
            <a:ext cx="548640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983479"/>
            <a:ext cx="164592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3834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Synonym (동의어)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85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객체에 대체 이름을 부여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051560"/>
            <a:ext cx="566928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078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테이블 &amp; 열 명명 규칙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508760"/>
            <a:ext cx="566928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508760"/>
            <a:ext cx="457200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1709928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170992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문자로 시작해야 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377439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2377439"/>
            <a:ext cx="45720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2578608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257860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1 ~ 30자 길이여야 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246120"/>
            <a:ext cx="566928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246120"/>
            <a:ext cx="457200" cy="8046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3447288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44728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A~Z, 0~9, _, $, # 문자만 포함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114800"/>
            <a:ext cx="5669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114800"/>
            <a:ext cx="457200" cy="8046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4315968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31596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동일 사용자의 다른 객체와 이름 중복 불가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983479"/>
            <a:ext cx="5669280" cy="8046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983479"/>
            <a:ext cx="457200" cy="8046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5184647"/>
            <a:ext cx="420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184647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Oracle 예약어 사용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CREATE TABLE 문 &amp; DEFAULT 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기본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[schema.]table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(column  datatype  [DEFAULT expr],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column  datatype  [DEFAULT expr],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...);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70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테이블 생성 예제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54680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246120"/>
            <a:ext cx="5212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dept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(deptno      NUMBER(2),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dname       VARCHAR2(14),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loc         VARCHAR2(13),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create_date DATE DEFAULT SYSDATE);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DESCRIBE dept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DEFAULT 옵션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66928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53949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hire_dates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(id        NUMBER(8),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hire_date DATE DEFAULT SYSDATE,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status    VARCHAR2(10)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   DEFAULT 'Active');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DEFAULT 규칙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83280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83280"/>
            <a:ext cx="32004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474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74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리터럴 값, 표현식, SQL 함수 — 유효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50208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950208"/>
            <a:ext cx="32004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40416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416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SYSDATE, USER 등 시스템 함수 — 유효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517136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517136"/>
            <a:ext cx="32004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460857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085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다른 열 이름 참조 — 불가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084064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084064"/>
            <a:ext cx="32004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517550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755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ROWNUM 같은 의사열 — 불가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50992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650992"/>
            <a:ext cx="32004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5742431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7424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기본 데이터 타입은 열 타입과 일치해야 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데이터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데이터 타입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179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VARCHAR2(size)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5179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가변 길이 문자 (최대 4000바이트)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48256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048256"/>
            <a:ext cx="1371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031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CHAR(size)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1031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고정 길이 문자 (기본 1, 최대 2000바이트)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33472"/>
            <a:ext cx="557784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633472"/>
            <a:ext cx="13716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8833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NUMBER(p,s)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6883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숫자 — p: 전체 자릿수, s: 소수점 이하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18688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218688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735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2735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날짜 + 시각 (년월일 시분초)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03904"/>
            <a:ext cx="557784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03904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5876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TIMESTAMP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85876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DATE + 소수 초(fractional seconds)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89120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38912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4398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CLOB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44398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대용량 문자 (최대 4GB × 블록)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974336"/>
            <a:ext cx="557784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974336"/>
            <a:ext cx="137160" cy="548640"/>
          </a:xfrm>
          <a:prstGeom prst="rect">
            <a:avLst/>
          </a:prstGeom>
          <a:solidFill>
            <a:srgbClr val="96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2919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BLOB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029199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대용량 이진 데이터 (최대 8TB~128TB)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59552"/>
            <a:ext cx="5577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559552"/>
            <a:ext cx="137160" cy="548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144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BFILE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61441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외부 파일 이진 데이터 (최대 4GB)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NUMBER(p, s) 예시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463040"/>
            <a:ext cx="56692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1554480"/>
            <a:ext cx="5394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NUMBER(7, 2) → 최대 99999.99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NUMBER(5)   → 최대 99999 (정수)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NUMBER       → 최대 정밀도/스케일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salary  NUMBER(8,2)   -- 급여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emp_cnt NUMBER(4)     -- 사원 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017520"/>
            <a:ext cx="5669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044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날짜/시간 타입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429000"/>
            <a:ext cx="566928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TIMESTAMP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소수 초 포함 날짜/시각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160520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INTERVAL YEAR TO MONTH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526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연·월 단위 기간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892040"/>
            <a:ext cx="5669280" cy="6858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937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INTERVAL DAY TO SECOND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257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일·시·분·초 단위 기간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제약 조건 (Constraints)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2148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21488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해당 열에 NULL 값
입력 불허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097280"/>
            <a:ext cx="2148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097280"/>
            <a:ext cx="21488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열의 모든 값이
고유해야 함 (NULL 허용)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097280"/>
            <a:ext cx="2148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097280"/>
            <a:ext cx="214884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PRIMARY
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행을 고유하게 식별
NOT NULL + UNIQUE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097280"/>
            <a:ext cx="2148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0" y="1097280"/>
            <a:ext cx="2148840" cy="8229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FOREIGN
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참조 무결성 유지
부모 테이블 기본 키 참조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097280"/>
            <a:ext cx="21488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097280"/>
            <a:ext cx="2148840" cy="8229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행이 만족해야 하는
조건식 정의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16052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제약 조건 지침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17720"/>
            <a:ext cx="557784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617720"/>
            <a:ext cx="137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7091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이름을 직접 지정하거나, 지정하지 않으면 Oracle이 SYS_Cn 형식으로 자동 생성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6177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617720"/>
            <a:ext cx="137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7091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테이블 생성 시 또는 생성 후 ALTER TABLE로 추가 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03520"/>
            <a:ext cx="557784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37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949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열 수준(Column Level) 또는 테이블 수준(Table Level)에서 정의 가능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3035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5303520"/>
            <a:ext cx="137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3949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USER_CONSTRAINTS 딕셔너리 뷰에서 조회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 NULL &amp; UNIQUE 제약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 NULL 제약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employee_id NUMBER(6),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last_name   VARCHAR2(25)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CONSTRAINT emp_last_name_nn NOT NULL,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hire_date   DATE NOT NULL,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email       VARCHAR2(25) NOT NULL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82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 NULL 특징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486400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13716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열 수준(Column Level)에서만 정의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13716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9767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NULL 삽입 또는 UPDATE 시 ORA-01400 오류 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46320"/>
            <a:ext cx="5486400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13716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3775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데이터 딕셔너리에 C 타입으로 저장됨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UNIQUE 제약 조건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566928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554480"/>
            <a:ext cx="539496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열 수준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email VARCHAR2(25) UNIQUE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테이블 수준 (권장 — 이름 지정)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email VARCHAR2(25),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CONSTRAINT emp_email_uk UNIQUE(email)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39312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666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UNIQUE 특징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050791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050791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1239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열의 모든 값이 고유해야 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617720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617720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90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NULL 값은 허용 (여러 NULL 가능)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184648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184648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257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Oracle이 자동으로 인덱스 생성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751575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751575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82472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복합 UNIQUE: 열 조합으로 테이블 수준에서 정의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PRIMARY KEY &amp; FOREIGN KEY 제약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PRIMARY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열 수준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employee_id NUMBER(6)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CONSTRAINT emp_emp_id_pk PRIMARY KEY,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테이블 수준 (복합 PK도 가능)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employee_id NUMBER(6),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CONSTRAINT emp_emp_id_pk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PRIMARY KEY (employee_id)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54864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3716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NOT NULL + UNIQUE 조합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53128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453128"/>
            <a:ext cx="13716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테이블당 하나만 존재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0056"/>
            <a:ext cx="548640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020056"/>
            <a:ext cx="13716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자동으로 인덱스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86983"/>
            <a:ext cx="5486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86983"/>
            <a:ext cx="13716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601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복합 PK: 테이블 수준에서만 정의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FOREIGN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56692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554480"/>
            <a:ext cx="5394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employees (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employee_id    NUMBER(6),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department_id  NUMBER(4),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CONSTRAINT emp_dept_fk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FOREIGN KEY (department_id)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 REFERENCES departments(department_id)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364992"/>
            <a:ext cx="56692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92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FOREIGN KEY 관계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79476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794760"/>
            <a:ext cx="256032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8130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departments (부모)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06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department_id PK
department_name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794760"/>
            <a:ext cx="2468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3794760"/>
            <a:ext cx="2468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8130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employees (자식)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206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department_id FK
→ departments 참조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4224528"/>
            <a:ext cx="457200" cy="54864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32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892040"/>
            <a:ext cx="5669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892040"/>
            <a:ext cx="13716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9651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자식 행의 FK 값은 부모 PK에 존재해야 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42239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5422392"/>
            <a:ext cx="13716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54955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또는 FK 값이 NULL이어야 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FOREIGN KEY 키워드 &amp; CHECK 제약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FOREIGN KEY 키워드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69494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09728" cy="694944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99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FOREIGN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자식 테이블의 열을 테이블 제약 수준에서 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54864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94560"/>
            <a:ext cx="109728" cy="694944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311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 테이블과 열을 식별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5486400" cy="69494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26080"/>
            <a:ext cx="109728" cy="694944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626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ON DELETE 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 행 삭제 시 자식 행도 자동 삭제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57600"/>
            <a:ext cx="54864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657600"/>
            <a:ext cx="109728" cy="694944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ON DELETE SET 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 행 삭제 시 자식 FK 값을 NULL로 변경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54864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526279"/>
            <a:ext cx="5212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ON DELETE CASCADE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CONSTRAINT emp_dept_fk FOREIGN KEY (dept_id)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REFERENCES departments(department_id)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ON DELETE CASCADE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ON DELETE SET NULL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CONSTRAINT emp_dept_fk FOREIGN KEY (dept_id)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REFERENCES departments(department_id)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ON DELETE SET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CHECK 제약 조건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463040"/>
            <a:ext cx="566928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554480"/>
            <a:ext cx="539496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급여가 0보다 커야 함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salary NUMBER(8,2)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CONSTRAINT emp_salary_min CHECK(salary &gt; 0)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특정 값 범위만 허용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grade VARCHAR2(10)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CHECK(grade IN ('A','B','C','D','F'))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날짜 조건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hire_date DATE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CONSTRAINT emp_hire_ck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CHECK(hire_date &gt; DATE '1990-01-01')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67328"/>
            <a:ext cx="56692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CHECK 제약 조건 제한사항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178808"/>
            <a:ext cx="566928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178808"/>
            <a:ext cx="3657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27024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2702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다른 테이블의 열 참조 불가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773168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773168"/>
            <a:ext cx="3657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486460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864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SYSDATE, USER 같은 의사열 사용 불가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367528"/>
            <a:ext cx="566928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367528"/>
            <a:ext cx="3657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545896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458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서브쿼리 사용 불가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961888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961888"/>
            <a:ext cx="36576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6053328"/>
            <a:ext cx="329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6053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같은 테이블 내 다른 열 비교는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제약 조건 위반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064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PRIMARY KEY 중복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1064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ORA-00001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463039"/>
            <a:ext cx="54406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554480"/>
            <a:ext cx="5166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INSERT INTO departments VALUES (10, 'Dup', NULL, NULL);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dept 10 이미 존재 → PK 중복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5577840" cy="6583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9718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해결: 기존 값 업데이트 또는 새 PK 값 사용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1064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FOREIGN KEY 위반 (존재 않는 부모)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11064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ORA-02291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463039"/>
            <a:ext cx="54406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554480"/>
            <a:ext cx="5166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UPDATE employees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SET    department_id = 55  -- 없는 부서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WHERE  department_id = 110;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80360"/>
            <a:ext cx="5577840" cy="6583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718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해결: 부모 테이블에 해당 값 먼저 삽입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5577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039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FOREIGN KEY 위반 (자식 있는 부모 삭제)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38039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ORA-02292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4160520"/>
            <a:ext cx="54406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4251959"/>
            <a:ext cx="5166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DELETE FROM departments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WHERE  department_id = 60;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부서 60 사원이 EMPLOYEES에 존재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77840"/>
            <a:ext cx="5577840" cy="6583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5669279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해결: ON DELETE CASCADE 또는 자식 먼저 삭제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5577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749039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380390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 위반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59" y="38039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ORA-02290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4160520"/>
            <a:ext cx="54406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4251959"/>
            <a:ext cx="5166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UPDATE employees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SET    salary = -500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WHERE  employee_id = 100;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577840"/>
            <a:ext cx="5577840" cy="65836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669279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해결: 유효한 값 범위 내에서 입력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서브쿼리를 사용한 테이블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822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table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[(column, column...)]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AS subquery;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04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사용 예제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88920"/>
            <a:ext cx="54864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880360"/>
            <a:ext cx="521208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부서 80 사원 테이블 생성 (데이터 포함)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SELECT employee_id, last_name,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   salary*12 ANNSAL, hire_date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WHERE  department_id = 80;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구조만 복사 (데이터 없음)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emp_struct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AS SELECT * FROM employees WHERE 1=2;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복사되는 것 vs 복사 안 되는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179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✔ 복사됨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47088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47088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테이블 구조 (열 이름, 데이터 타입)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95728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395728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NOT NULL 제약 조건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44368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44368"/>
            <a:ext cx="137160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175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SELECT 결과 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493008"/>
            <a:ext cx="56692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547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✘ 복사 안 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77056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877056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PRIMARY KEY 제약 조건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25696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425696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98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UNIQUE 제약 조건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974336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974336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0474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FOREIGN KEY 제약 조건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522975"/>
            <a:ext cx="5669280" cy="5303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522975"/>
            <a:ext cx="137160" cy="5303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59612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  CHECK 제약 조건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6163055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619048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주요 활용 패턴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6574535"/>
            <a:ext cx="5669280" cy="822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6665975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백업 테이블 생성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CREATE TABLE emp_backup_20260627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AS SELECT * FROM employees;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ALTER TABLE — 열 추가 / 수정 /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51560"/>
            <a:ext cx="37947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06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143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새 열 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54480"/>
            <a:ext cx="379476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45920"/>
            <a:ext cx="3520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ADD (job_id VARCHAR2(9));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새 열은 마지막 위치에 추가됨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01752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017520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906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ADD로 추가된 열은 항상 마지막 위치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11879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611879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850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NOT NULL 열 추가 시 기존 행에 기본값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20624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206240"/>
            <a:ext cx="1371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DEFAULT와 함께 사용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051560"/>
            <a:ext cx="37947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1106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143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열 정의 수정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554480"/>
            <a:ext cx="379476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645920"/>
            <a:ext cx="3520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MODIFY (last_name VARCHAR2(30));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크기, 타입, 기본값 변경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01752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017520"/>
            <a:ext cx="13716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0906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크기 확장: 항상 허용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3611879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3611879"/>
            <a:ext cx="13716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6850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크기 축소: 기존 데이터 이내여야 허용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20624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4206240"/>
            <a:ext cx="13716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79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빈 테이블: 데이터 타입 변경 허용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1051560"/>
            <a:ext cx="3794760" cy="4572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1106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DROP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1143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열 삭제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1554480"/>
            <a:ext cx="379476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645920"/>
            <a:ext cx="3520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DROP (job_id);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열과 모든 데이터 영구 삭제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301752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301752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0906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모든 데이터 삭제됨 — 복구 불가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3611879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3611879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685031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해당 열의 제약 조건도 함께 삭제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420624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420624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4279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인덱스가 있는 열도 삭제 가능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532120"/>
            <a:ext cx="1170432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559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열 이름 변경:  ALTER TABLE dept80 RENAME COLUMN job_id TO position_id;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 UNUSED &amp; 읽기 전용 테이블 &amp; DROP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11: DDL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 UNUSED 옵션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0292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열을 미사용으로 표시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SET UNUSED (job_id);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또는 ONLINE (DML 허용하며 표시)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SET UNUSED COLUMN job_id ONLINE;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미사용 열 실제 삭제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dept80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DROP UNUSED COLUMNS;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67328"/>
            <a:ext cx="530352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67328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96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대형 테이블에서 즉시 DROP은 오래 걸림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61688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61688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439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UNUSED 표시 후 업무 시간 외에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56048"/>
            <a:ext cx="530352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956048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383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UNUSED 열은 SELECT, DML에서 접근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051560"/>
            <a:ext cx="29260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읽기 전용 테이블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463040"/>
            <a:ext cx="292608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554480"/>
            <a:ext cx="26517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읽기 전용 설정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employees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READ ONLY;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읽기/쓰기 복원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ALTER TABLE employees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    READ WRITE;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13639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READ ONLY 시 DML/DDL 변경 불가
• DROP TABLE은 가능
• 유지 보수 작업에 활용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051560"/>
            <a:ext cx="27432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078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DROP 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463040"/>
            <a:ext cx="2743200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554480"/>
            <a:ext cx="2468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Recycle Bin으로 이동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DROP TABLE dept80;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즉시 완전 삭제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DROP TABLE dept80 PURGE;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770632"/>
            <a:ext cx="27432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2770632"/>
            <a:ext cx="13716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807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기본: Recycle Bin 이동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08152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FLASHBACK으로 복구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429000"/>
            <a:ext cx="27432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429000"/>
            <a:ext cx="13716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3465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PURGE: 즉시 완전 삭제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739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복구 불가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087368"/>
            <a:ext cx="2743200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4087368"/>
            <a:ext cx="137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1239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종속 뷰, 인덱스도 제거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2064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148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Recycle Bin 복구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532120"/>
            <a:ext cx="11612880" cy="868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79" y="5623559"/>
            <a:ext cx="113385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Recycle Bin 확인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SELECT object_name, original_name FROM recyclebin;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-- 복구</a:t>
            </a:r>
          </a:p>
          <a:p>
            <a:pPr algn="l"/>
            <a:r>
              <a:rPr sz="1100" b="0">
                <a:solidFill>
                  <a:srgbClr val="50FA7B"/>
                </a:solidFill>
                <a:latin typeface="Consolas"/>
              </a:rPr>
              <a:t>FLASHBACK TABLE dept80 TO BEFORE DROP;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Chapter 11 단원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8288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데이터베이스 객체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Table, View, Sequence, Index, Synonym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8288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CREATE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구조 + DEFAULT + 서브쿼리(AS SELECT)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8288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데이터 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VARCHAR2, CHAR, NUMBER, DATE, TIMESTAMP, CLOB, BLOB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82880" cy="10515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91"/>
                </a:solidFill>
              </a:rPr>
              <a:t>제약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NOT NULL · UNIQUE · PRIMARY KEY · FOREIGN KEY ·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8288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FK 옵션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ON DELETE CASCADE (자식 삭제) vs ON DELETE SET NULL (NULL화)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ALTER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ADD · MODIFY · DROP · SET UNUSED · RENAME COLUMN · READ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82880" cy="1051560"/>
          </a:xfrm>
          <a:prstGeom prst="rect">
            <a:avLst/>
          </a:prstGeom>
          <a:solidFill>
            <a:srgbClr val="96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817"/>
                </a:solidFill>
              </a:rPr>
              <a:t>DROP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Recycle Bin 이동 (FLASHBACK 복구 가능) | PURGE (즉시 완전 삭제)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다음 장: Chapter 12 — 데이터 딕셔너리 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