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Retrieving Data by Using Subqueries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인라인 뷰  |  다중 열 서브쿼리  |  스칼라·상관 서브쿼리  |  EXISTS  |  WITH 절  |  재귀 WITH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097280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188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인라인 뷰(FROM 절 서브쿼리)를 사용하여 복잡한 데이터를 조회한다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01368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1801368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89280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다중 열 서브쿼리의 쌍 비교(Pairwise)와 비쌍 비교(Nonpairwise)를 구분하여 작성한다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05456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78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505456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5968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스칼라 서브쿼리를 SELECT, WHERE, CASE, ORDER BY 등 다양한 위치에서 활용한다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9544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826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209544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3009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상관 서브쿼리를 작성하여 외부 쿼리의 각 행에 대한 처리를 수행한다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13632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867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3913632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0050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EXISTS / NOT EXISTS 연산자로 행 존재 여부를 검사한다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1772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90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4617720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59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WITH 절(CTE)을 사용하여 재사용 가능한 서브쿼리 블록을 정의한다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21808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394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321808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413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재귀 WITH 절을 사용하여 계층·그래프 구조 데이터를 조회한다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인라인 뷰 (FROM 절 서브쿼리)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4389120" cy="11887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78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인라인 뷰(Inline 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FROM 절에 서브쿼리를 작성하면
임시 결과 집합(Inline View)처럼
동작. 해당 쿼리 내에서만 유효.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54864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423160"/>
            <a:ext cx="521208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department_name, city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NATURAL JOIN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l.location_id, l.city, l.country_id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locations 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JOIN   countries c ON (l.country_id = c.country_id)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JOIN   regions        USING (region_id)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region_name = 'Europe'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585216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임시 이름 부여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463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 별칭으로 인라인 뷰에 이름 지정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331720"/>
            <a:ext cx="5852160" cy="11887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중첩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7889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인라인 뷰 안에 또 다른 인라인 뷰 중첩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657600"/>
            <a:ext cx="5852160" cy="11887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뷰 객체 불필요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114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CREATE VIEW 없이 쿼리 내에서 즉시 정의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983479"/>
            <a:ext cx="585216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0749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WITH 절과 차이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440679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WITH 절: 이름 붙여 재사용 / 인라인 뷰: 한 번만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다중 열 서브쿼리 (Multiple-Column Subquery)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메인 쿼리의 각 행을 서브쿼리의 여러 열과 동시에 비교합니다.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5778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쌍 비교 (Pairwise Comparison)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manager_id,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(manager_id, department_id) IN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manager_id,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employee_id IN (174, 199)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AND employee_id NOT IN (174, 199);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두 열을 묶어 동시 비교 → manager_id AND dept_id 모두 일치해야 포함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48640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27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비쌍 비교 (Nonpairwise Comparison)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5212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manager_id,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manager_id IN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manager_id FROM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employee_id IN (174, 141)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AND department_id IN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department_id FROM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employee_id IN (174, 141)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8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788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열을 독립 비교 → 교집합이 더 넓음, 두 조건을 섞은 조합도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54880"/>
            <a:ext cx="115214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핵심 차이: 쌍 비교는 '같은 행에서 함께 나온 조합'만 허용 / 비쌍 비교는 조합 무관 → 더 많은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쌍 비교 vs 비쌍 비교 — 차이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서브쿼리 결과: emp 174 → (manager=148, dept=80), emp 141 → (manager=124, dept=50)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115214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직원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조합 A: (148, 80)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조합 B: (148, 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조합 C: (124, 80)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74519"/>
            <a:ext cx="115214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65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emp 148·80 보유자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965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포함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965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포함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965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✔ 포함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50008"/>
            <a:ext cx="11521440" cy="45720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41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emp 148·50 보유자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441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✘ 제외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441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441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25496"/>
            <a:ext cx="115214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16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emp 124·50 보유자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916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포함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916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포함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916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✔ 포함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00984"/>
            <a:ext cx="11521440" cy="45720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924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emp 124·80 보유자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3924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✘ 제외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3924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포함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3924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40480"/>
            <a:ext cx="5486400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쌍 비교 결론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43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서브쿼리에서 나온 (148,80), (124,50) 조합만 정확히 일치해야 포함. 혼합 조합(148,50)이나 (124,80)은 제외됨. 결과 행이 더 적고 정밀함.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840480"/>
            <a:ext cx="5394960" cy="22860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비쌍 비교 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343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manager_id ∈ {148,124} AND dept_id ∈ {80,50}로 독립 평가. (148,50), (124,80)처럼 혼합 조합도 포함됨. 결과 행이 더 많음.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스칼라 서브쿼리 (Scalar Subquery)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정의: 단 하나의 값(1행 1열)을 반환하는 서브쿼리 — 단일 값이 올 수 있는 대부분의 위치에서 사용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37360"/>
            <a:ext cx="1152144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01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801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가능 여부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80136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115214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58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SELECT 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✔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25856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행에 대한 단일 값 계산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97480"/>
            <a:ext cx="11521440" cy="53035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07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WHERE 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✔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80720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조건 비교 값으로 사용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46120"/>
            <a:ext cx="115214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ORDER BY 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✔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35584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정렬 기준 값으로 사용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94760"/>
            <a:ext cx="11521440" cy="53035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904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CASE 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90448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조건 분기 값으로 사용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43400"/>
            <a:ext cx="115214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53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UPDATE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453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✔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45312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업데이트 값으로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92040"/>
            <a:ext cx="11521440" cy="53035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01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GROUP BY 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✘ 불가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00176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집계 키에는 스칼라 서브쿼리 사용 불가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40680"/>
            <a:ext cx="115214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주의: 스칼라 서브쿼리가 0건 반환 → NULL 반환 / 2건 이상 반환 → ORA-01427 오류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스칼라 서브쿼리 활용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예제 1 — CASE 식에서 스칼라 서브쿼리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08760"/>
            <a:ext cx="5212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(CASE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WHEN department_id = (SELECT department_id FROM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                    WHERE  location_id = 1800)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  THEN 'Canada'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ELSE 'USA'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END) AS location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17320"/>
            <a:ext cx="5943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50876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location_id=1800인 부서 = Canada 사무소
각 직원이 해당 부서에 소속이면 'Canada',
그렇지 않으면 'USA' 레이블 부여
CASE 조건의 비교값으로 스칼라 서브쿼리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115214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930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예제 2 — SELECT 절에서 스칼라 서브쿼리 (상관)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548640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93192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department_id, department_name,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(SELECT COUNT(*)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FROM  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WHERE  e.department_id = d.department_id) AS emp_count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departments d;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40480"/>
            <a:ext cx="5943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93192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부서(d)에 대해 소속 직원 수를 계산
외부 쿼리(d.department_id)를 참조하므로
스칼라 + 상관 서브쿼리
직원 없는 부서는 0 반환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486400"/>
            <a:ext cx="115214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GROUP BY 절에서는 스칼라 서브쿼리 사용 불가 (ORA-22818 오류 발생)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서브쿼리 (Correlated Subquery)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외부 쿼리의 각 행에 대해 내부 서브쿼리가 반복 실행 — 내부 서브쿼리가 외부 쿼리의 열을 참조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274320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외부 쿼리에서 후보 행(candidate row) 가져오기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600200"/>
            <a:ext cx="2743200" cy="10058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후보 행의 값으로 내부 서브쿼리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600200"/>
            <a:ext cx="2743200" cy="10058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내부 서브쿼리 결과로 후보 행 포함/제외 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600200"/>
            <a:ext cx="27432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외부 쿼리의 다음 행으로 이동 → ①부터 반복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43200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2834640"/>
            <a:ext cx="5212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column1, column2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table1 outer_alias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column1 operator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column1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table2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expr = outer_alias.expr   -- 외부 쿼리 컬럼 참조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743200"/>
            <a:ext cx="141732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192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반복 실행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3246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외부 행 수만큼 반복
→ 107행 = 최대 107번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19" y="2743200"/>
            <a:ext cx="1417320" cy="18288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1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외부 참조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3246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서브쿼리 내에서
외부 쿼리 별칭으로 참조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743200"/>
            <a:ext cx="1417320" cy="18288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캐싱 최적화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3246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Oracle 옵티마이저가
동일 값 결과를 캐싱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98480" y="2743200"/>
            <a:ext cx="141732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71632" y="2834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다양한 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71632" y="3246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WHERE, SELECT, HAVING,
UPDATE SET 등 사용 가능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754880"/>
            <a:ext cx="11521440" cy="1371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예제 — 부서 평균보다 높은 급여를 받는 직원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66360"/>
            <a:ext cx="1152144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5257800"/>
            <a:ext cx="112471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last_name, salary,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outer_table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salary &gt; (SELECT AVG(salary) FROM employees inner_table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   WHERE  inner_table.department_id = outer_table.department_id);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서브쿼리 — 심화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예제 1 — 부서별 최고 급여자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08760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department_id, employee_id, salary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salary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MAX(DISTINCT salary)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e.department_id =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17320"/>
            <a:ext cx="5943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508760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직원(e)에 대해 같은 부서 내
최고 급여를 구해 본인 급여와 비교
최고 급여를 받는 직원만 반환
(동일 부서에 같은 최고 급여자가
여럿이면 모두 반환)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46120"/>
            <a:ext cx="115214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예제 2 — 상관 서브쿼리 + UPDATE SET 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749039"/>
            <a:ext cx="5212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   salary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MAX(salary)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department_id = e.department_id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department_id IS NOT NULL;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각 직원의 급여를 소속 부서 최고 급여로 일괄 변경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657600"/>
            <a:ext cx="5943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749039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UPDATE SET 절에서도 상관 서브쿼리 사용 가능
각 직원의 department_id를 기준으로
해당 부서의 최고 급여를 구해
salary를 일괄 업데이트
실무에서는 ROLLBACK 전 확인 필수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115214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성능 팁: 내부 서브쿼리의 참조 열(department_id 등)에 인덱스 생성 → 반복 실행 비용 절감 / WITH 절로 변환하면 한 번만 집계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EXISTS 연산자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서브쿼리 결과 집합에 행이 하나라도 존재하면 TRUE — 행 발견 즉시 탐색 중단 (단락 평가, Short-circuit)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66928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3949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관리자인 직원 조회 (부하 직원이 있는 직원)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 job_id,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outer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EXISTS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manager_id = outer.employee_id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0020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동작 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8483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서브쿼리: outer.employee_id를 manager_id로 가진 직원 탐색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3230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1건 이상 발견 → EXISTS = TRUE → 외부 행 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797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발견 즉시 탐색 중단 → IN보다 효율적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SELECT NULL: 반환 값 무관, 존재 여부만 검사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216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 패턴 — SELECT NULL 관용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41648"/>
            <a:ext cx="1152144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133087"/>
            <a:ext cx="112471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EXISTS에서 반환 값은 중요하지 않음 — 아래 세 가지 모두 동일한 결과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EXISTS (SELECT NULL FROM ...)    -- 권장 (관례)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EXISTS (SELECT 1    FROM ...)    -- 동일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EXISTS (SELECT *    FROM ...)    -- 동일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04688"/>
            <a:ext cx="36576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77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관리자 존재 확인
(조직 계층 탐색)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5504688"/>
            <a:ext cx="3657600" cy="6400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5577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주문 있는 고객 조회
(참조 무결성 검사)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504688"/>
            <a:ext cx="3657600" cy="6400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5577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NULL 안전 비교
(NOT IN 대체)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NOT EXISTS &amp; EXISTS vs IN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NOT EXISTS — 직원이 없는 부서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66928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08760"/>
            <a:ext cx="53949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department_id, department_name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departments 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NOT EXISTS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department_id = d.department_id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55778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서브쿼리 결과가 없으면 → NOT EXISTS = TRUE
직원이 한 명도 없는 부서를 반환
NULL 값이 employees.department_id에
포함되어도 정상 동작 (NOT IN과의 차이)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91840"/>
            <a:ext cx="1152144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 (서브쿼리)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355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 IN 주의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115214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2219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NULL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82219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✔ 안전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8221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✔ 안전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8221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✔ 안전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8221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⚠ 위험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70248"/>
            <a:ext cx="11521440" cy="54864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성능 (대용량)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★★★ 빠름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★★ 보통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389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★★ 보통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★ 느림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37176"/>
            <a:ext cx="115214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결과 일치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56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4956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NULL 시 0건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04104"/>
            <a:ext cx="11521440" cy="54864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22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용도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522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상관+존재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5522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값 목록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5229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조인 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5229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NOT EXISTS 권장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035040"/>
            <a:ext cx="115214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결론: NOT IN에 NULL 포함 시 항상 0건 반환 위험 → NOT EXISTS 사용 권장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WITH 절 (공통 테이블 표현식, CTE)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복잡한 쿼리에서 동일 서브쿼리 블록을 여러 번 사용할 때, 한 번 정의하고 이름을 붙여 재사용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48640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212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WITH cte_name AS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서브쿼리                  -- 한 번만 실행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... FROM cte_name;   -- 이름으로 재사용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85216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64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임시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66420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결과를 임시 테이블스페이스에 저장 → 반복 실행 방지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258568"/>
            <a:ext cx="585216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32257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가독성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322575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복잡 쿼리를 논리 단위로 분리 → 유지보수 용이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16936"/>
            <a:ext cx="585216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다중 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98094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WITH a AS (...), b AS (...) → 쉼표로 구분하여 여러 CTE 정의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575304"/>
            <a:ext cx="5852160" cy="5943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재귀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63931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자기 자신을 참조하는 재귀 CTE 가능 (UNION ALL 필수)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25196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15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여러 CTE 정의 예제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36008"/>
            <a:ext cx="1152144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727448"/>
            <a:ext cx="11247119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WITH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dept_avg AS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department_id, AVG(salary) avg_sal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 GROUP BY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high_dept AS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dept_avg WHERE avg_sal &gt; 8000      -- dept_avg 재사용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e.employee_id, e.last_name, e.salary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JOIN   high_dept h ON (e.department_id = h.department_id)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ORDER BY e.salary DESC;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재귀 WITH 절 (Recursive WITH)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16: 서브쿼리를 이용한 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계층 구조·그래프 탐색: CTE 내부에서 자기 자신을 참조하여 반복 확장 — ANSI 표준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앵커 멤버 (Anchor Member)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84248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29968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재귀의 시작점(기본 케이스):
조건을 만족하는 초기 행 집합
→ 자기 자신(CTE 이름)을 참조하지 않음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00200"/>
            <a:ext cx="59436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6420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재귀 멤버 (Recursive Member)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984248"/>
            <a:ext cx="5943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0299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앵커 결과를 바탕으로 반복 확장:
CTE 이름을 참조하여 다음 단계 행 생성
→ UNION ALL로 앵커와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37560"/>
            <a:ext cx="7315200" cy="2697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429000"/>
            <a:ext cx="70408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WITH reachable_from (source, destin, total_time) AS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-- 앵커: 직항 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source, destin, flight_time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flights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UNION ALL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-- 재귀: 경유 편 (CTE 이름 참조)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incoming.source, outgoing.destin,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incoming.total_time + outgoing.flight_time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reachable_from incoming           -- 자기 자신 참조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JOIN   flights outgoing ON (incoming.destin = outgoing.source)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source, destin, total_time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reachable_from;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337560"/>
            <a:ext cx="4023360" cy="2697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4290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주의사항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8404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UNION ALL 필수 (UNION 불가)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2793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무한 루프 방지 조건 필수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71830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CYCLE 절로 순환 감지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15721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Oracle: CONNECT BY와 선택적 사용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596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집계 함수는 재귀 멤버에 사용 불가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Chapter 16: 서브쿼리를 이용한 데이터 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430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56032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인라인 뷰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63040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5727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FROM 절 서브쿼리 → 임시 결과 집합, 해당 쿼리 내에서만 유효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3976"/>
            <a:ext cx="2560320" cy="56692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03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다중 열 서브쿼리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093976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370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쌍 비교: 열 묶어 동시 비교 / 비쌍 비교: 열별 독립 비교 → 결과 차이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24912"/>
            <a:ext cx="2560320" cy="56692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스칼라 서브쿼리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724912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834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1행 1열 반환 / SELECT·WHERE·CASE·SET에서 사용 / GROUP BY 불가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55848"/>
            <a:ext cx="256032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상관 서브쿼리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355848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46557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외부 쿼리 참조, 행마다 반복 실행 / 인덱스·WITH 절로 성능 향상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86783"/>
            <a:ext cx="25603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9651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EXISTS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986783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096511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행 존재 시 TRUE, 발견 즉시 중단 → 효율적 / NULL 처리 안전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256032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27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 EXISTS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617720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47274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행 없을 때 TRUE / NOT IN보다 NULL 안전 → 권장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48656"/>
            <a:ext cx="256032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583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절 (CTE)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5248656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35838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재사용 서브쿼리 블록 정의 / 성능·가독성 향상 / 다중 CTE 가능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79592"/>
            <a:ext cx="2560320" cy="56692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재귀 WITH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5879592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5989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앵커 + UNION ALL + 재귀 멤버 / 계층·그래프 탐색 / 무한 루프 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