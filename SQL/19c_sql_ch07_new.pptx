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834640"/>
            <a:ext cx="118231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  <a:latin typeface="Calibri"/>
              </a:rPr>
              <a:t>Chapter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다중 테이블 데이터 조회
JOIN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Oracle Database 19c: SQL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Displaying Data from Multiple Tables Using Joins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NATURAL JOIN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USING 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ON 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Self-Join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Nonequijoin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OUTER JOIN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164031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5156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등가 조인(equijoin)과 비등가 조인(nonequijoin)으로 다중 테이블 SELECT 문을 작성할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47088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NATURAL JOIN, USING 절, ON 절의 차이를 이해하고 적절히 사용할 수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42615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4261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Self-Join으로 같은 테이블을 자기 자신에 조인하여 계층 데이터를 조회할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438144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LEFT / RIGHT / FULL OUTER JOIN으로 불일치 행을 포함한 결과를 반환할 수 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233672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33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CROSS JOIN으로 카테시안 곱을 생성하고 주의사항을 설명할 수 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02920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3개 이상의 테이블을 3방향 조인으로 연결하여 데이터를 조회할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JOIN이 필요한 이유 &amp; JOIN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실무 데이터는 여러 테이블에 분산 저장된다. JOIN으로 여러 테이블의 데이터를 하나의 결과로 결합한다.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table1.column, table2.column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[NATURAL JOIN table2]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[JOIN table2 USING (column_name)]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[JOIN table2 ON (table1.col = table2.col)]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[LEFT|RIGHT|FULL OUTER JOIN table2 ON (...)]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[CROSS JOIN table2];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246120"/>
          <a:ext cx="1164031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JOIN 유형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키워드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주요 특징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Natural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NATURAL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동명 열 자동 조인, 별칭 금지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USING 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JOIN ... USING (col)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지정 열로 등가 조인, 별칭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ON 절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JOIN ... ON (조건)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임의 조건, 가독성 우수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Self-Join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JOIN ... ON (t1.col = t2.col)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자기 참조, 별칭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Nonequijoin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JOIN ... ON (BETWEEN)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범위 조건 조인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OUTER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LEFT / RIGHT /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불일치 행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CROSS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CROSS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카테시안 곱 (행 수 주의)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Natural Join · USING 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Natural Join — 동명 열 자동 조인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5778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• 두 테이블의 이름이 같은 모든 열 기준 자동 조인
• 데이터 타입 불일치 시 오류
• 조인 열에 테이블 별칭(prefix) 사용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530352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48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first_name,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job_id, job_title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NATURAL JOIN jobs;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30352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⚠ 의도치 않은 열까지 조인 기준이 될 수 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77724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USING 절 — 특정 열로 등가 조인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56052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188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• 지정한 열 하나로만 조인
• 조인 열에 테이블 별칭 사용 불가 (ORA-25154)
• 여러 공통 열 중 특정 열만 선택 시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57400"/>
            <a:ext cx="539496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1488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last_name,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location_id,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USING  (department_id);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91840"/>
            <a:ext cx="53949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⚠ USING 열: SELECT/WHERE에서 접두사 없이 사용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74320" y="3840480"/>
          <a:ext cx="116403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NATURAL JOIN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USING 절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기준 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동명 열 전체 자동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사용자 지정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별칭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제어 수준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권장도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비권장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특정 상황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ON 절을 사용한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ON 절은 임의의 조건을 조인 기준으로 지정할 수 있어 가장 유연하고 가독성 높은 방식이다.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기본 ON 절 조인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0020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e.employee_id, e.last_name, e.department_id,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d.department_id, d.location_id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11640312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3방향 조인 (Three-Way Join)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91840"/>
            <a:ext cx="11640312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383280"/>
            <a:ext cx="113659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city, 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departments d ON (d.department_id = e.department_id)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locations l   ON (d.location_id = l.location_id);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17720"/>
            <a:ext cx="1164031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추가 조건 적용 — AND 또는 WHERE 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3776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502920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AND 절로 추가 조건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e.employee_id, e.last_name, d.location_id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departments d ON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AND    e.manager_id = 149;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WHERE 절로 추가 조건 (동일한 결과)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WHERE  e.manager_id = 149;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Self-Join — 자기 자신에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같은 테이블을 두 개의 다른 별칭으로 참조하여 테이블 내부 행끼리 조인한다.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03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EMPLOYEES (worker)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EMPLOYEE_ID | LAST_NAME | MANAGER_ID
-----------+----------+-----------
      101  | Kochhar  |       100
      102  | De Haan  |       100
      103  | Hunold   |       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031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74634"/>
                </a:solidFill>
                <a:latin typeface="Calibri"/>
              </a:rPr>
              <a:t>MANAGER_ID
───────────▶
EMPLOYEE_ID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188720"/>
            <a:ext cx="4690872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188720"/>
            <a:ext cx="4690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EMPLOYEES (manager)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188720"/>
            <a:ext cx="46908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459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EMPLOYEE_ID | LAST_NAME | MANAGER_ID
-----------+----------+-----------
      100  | King     |      NULL
      101  | Kochhar  |       100
      102  | De Haan  |      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40312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931920"/>
            <a:ext cx="113659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사원과 관리자 이름을 함께 조회 (Self-Join)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worker.last_name  AS emp,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manager.last_name AS mgr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worker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employees manager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(worker.manager_id = manager.employee_id);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⚠ King(employee_id=100)은 manager_id = NULL → INNER JOIN에서 제외 (관리자 없음). LEFT OUTER JOIN 사용 시 포함 가능.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Nonequijoin — 비등가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등호(=) 이외의 조건으로 조인한다. 대표 예: 급여 범위로 급여 등급(grade_level) 조회.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JOB_GRADES 테이블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5544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GRADE_LEVEL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LOWEST_SAL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HIGHEST_SAL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2,999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5,999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9,999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14,999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24,999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0" y="1188720"/>
            <a:ext cx="61539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Nonequijoin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554480"/>
            <a:ext cx="6153912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645920"/>
            <a:ext cx="58795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사원 급여에 해당하는 급여 등급 조회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e.salary, j.grade_level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job_grades j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e.salary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BETWEEN j.lowest_sal AND j.highest_sal;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 예시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LAST_NAME  SALARY  GRADE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---------  ------  -----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King        24000 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Kochhar     17000 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Hunold       9000 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348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BETWEEN 조건의 의미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0060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89204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e.salary BETWEEN j.lowest_sal AND j.highest_sal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는 아래와 동일: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e.salary &gt;= j.lowest_sal AND e.salary &lt;= j.highest_sal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Hunold salary = 9000 → 6000 &lt;= 9000 &lt;= 9999 → 'C' 등급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INNER JOIN vs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777240"/>
          <a:ext cx="116403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JOIN 유형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반환하는 행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불일치 행 처리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INNER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조인 조건 만족하는 행만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제외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LEFT OUTER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왼쪽 테이블 전체 + 오른쪽 일치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오른쪽 NULL로 채움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RIGHT OUTER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오른쪽 테이블 전체 + 왼쪽 일치 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왼쪽 NULL로 채움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FULL OUTER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양쪽 테이블 전체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불일치 측 NULL로 채움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2004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HR 스키마 예시 (EMPLOYEES 107명, DEPARTMENTS 27개):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6616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• Grant 사원: department_id = NULL (INNER JOIN에서 제외)
• 부서 190: 사원 없음 (LEFT OUTER JOIN에서 제외)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11640312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4206240"/>
            <a:ext cx="11365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INNER JOIN → 106행 (Grant 제외)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d.department_name FROM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departments d ON (e.department_id = d.department_id);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LEFT OUTER JOIN → 107행 (Grant 포함, dept=NULL)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d.department_name FROM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LEFT OUTER JOIN departments d ON (e.department_id = d.department_id);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RIGHT OUTER JOIN → 사원없는 부서 190 포함, last_name=NULL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d.department_name FROM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RIGHT OUTER JOIN departments d ON (e.department_id = d.department_id);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LEFT · RIGHT · FULL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LEFT OUTER JOIN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e.department_id,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LEFT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Grant(dept=NULL) 포함 → 107행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Grant의 d.department_name = 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41148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RIGHT OUTER JOIN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0040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d.department_id,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RIGHT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부서 190(사원 없음) 포함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e.last_name =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09159"/>
            <a:ext cx="41148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FULL OUTER JOIN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166359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d.department_id,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FULL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Grant + 부서 190 모두 포함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불일치 측 열은 NULL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OUTER JOIN — WHERE 절 vs ON 절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OUTER JOIN에서 추가 조건을 WHERE에 넣느냐, ON 절에 넣느냐에 따라 결과가 달라진다.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WHERE 절에 조건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LEFT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d.department_name = 'Sales';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'Sales' 사원 34행만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(d.department_name=NULL인 Grant도 제외)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 절에 조건 추가 (OUTER JOIN 효과 유지)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605272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45920"/>
            <a:ext cx="5330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e.last_name,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LEFT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(e.department_id = d.department_id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AND d.department_name = 'Sales');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107행 전체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Sales 아닌 사원: d.department_name =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Sales 사원: d.department_name = 'Sales'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2"/>
                </a:solidFill>
                <a:latin typeface="Calibri"/>
              </a:rPr>
              <a:t>핵심 차이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4434840"/>
          <a:ext cx="116403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방법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결과 행 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사용 시점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절에 조건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34행 (Sales 사원만)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특정 조건의 행만 최종 결과에 포함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ON 절에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107행 (전체 사원)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왼쪽 테이블 전체 유지 + 오른쪽 조건부 조인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CROSS JOIN — 카테시안 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CROSS JOIN은 한 테이블의 모든 행을 다른 테이블의 모든 행에 조인한다. 결과 행 수 = 테이블1 × 테이블2.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303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카테시안 곱 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530352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  <a:latin typeface="Calibri"/>
              </a:rPr>
              <a:t>EMPLOYEES: 107행
DEPARTMENTS: 27행
결과 행 수 =
107 × 27 = 2,889행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1206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  <a:latin typeface="Calibri"/>
              </a:rPr>
              <a:t>⚠ 실무에서 거의 사용하지 않는다
(의미 없는 데이터 대량 생성)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587959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CROSS JOIN 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54480"/>
            <a:ext cx="5879592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645920"/>
            <a:ext cx="5605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명시적 CROSS JOIN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last_name, 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CROSS JOIN departments;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107 × 27 = 2,889행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주의: 아래도 같은 결과 (카테시안 곱)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FROM employees,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(ON/USING/WHERE 조건 없을 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2628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카테시안 곱 발생 원인 및 방지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4892040"/>
          <a:ext cx="11640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0156"/>
                <a:gridCol w="5820156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발생 원인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해결 방법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FROM 절에 쉼표로 테이블 나열 + 조인 조건 누락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항상 ON/USING/NATURAL JOIN 조건 명시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CROSS JOIN 실수로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INNER JOIN + ON 절로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테이블 별칭 &amp; 주요 오류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테이블 별칭(Alias) 사용 규칙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143000"/>
          <a:ext cx="116403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조인 유형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조인 열 별칭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다른 열 별칭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ON 절 조인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e.col, d.col 사용 가능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e.col, d.col 사용 가능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USING 절 조인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 (ORA-25154)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NATURAL JOIN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 (ORA-25155)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2461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주요 오류 유형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1371600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576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ORA-25154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57600"/>
            <a:ext cx="22860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657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USING 절 열에 별칭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657600"/>
            <a:ext cx="365760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6576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  <a:latin typeface="Calibri"/>
              </a:rPr>
              <a:t>SELECT e.department_id ... USING (department_id)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657600"/>
            <a:ext cx="4050791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36576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FA7B"/>
                </a:solidFill>
                <a:latin typeface="Calibri"/>
              </a:rPr>
              <a:t>SELECT department_id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1371600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5720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ORA-25155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572000"/>
            <a:ext cx="22860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NATURAL JOIN 열에 별칭 사용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572000"/>
            <a:ext cx="365760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572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  <a:latin typeface="Calibri"/>
              </a:rPr>
              <a:t>SELECT e.job_id ... NATURAL JOIN jobs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572000"/>
            <a:ext cx="4050791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5720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FA7B"/>
                </a:solidFill>
                <a:latin typeface="Calibri"/>
              </a:rPr>
              <a:t>SELECT job_id 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486400"/>
            <a:ext cx="1371600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4864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카테시안 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5486400"/>
            <a:ext cx="228600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4864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조인 조건 누락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5486400"/>
            <a:ext cx="365760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54864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74634"/>
                </a:solidFill>
                <a:latin typeface="Calibri"/>
              </a:rPr>
              <a:t>FROM employees, departments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5486400"/>
            <a:ext cx="4050791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486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FA7B"/>
                </a:solidFill>
                <a:latin typeface="Calibri"/>
              </a:rPr>
              <a:t>FROM employees e JOIN departments d ON (e.dept_id = d.dept_id)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실전 예제 — 복합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7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7: JOIN을 사용한 다중 테이블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4방향 조인 — 국가별 사원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c.country_name, COUNT(*) AS emp_count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  departments d  ON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  locations l    ON (d.location_id = l.location_id)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  countries c    ON (l.country_id = c.country_id)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c.country_name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c.country_name;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RIGHT OUTER JOIN — 부서별 사원 수 (사원 없는 부서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0040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d.department_name, COUNT(e.employee_id) AS emp_count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RIGHT OUTER JOIN departments 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ON       (e.department_id = d.department_id)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d.department_name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emp_count DESC;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09159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Self-Join + INNER JOIN — 관리자 계층 2단계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166359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worker.last_name AS emp, mgr1.last_name AS mgr, mgr2.last_name AS mgr2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worker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employees mgr1 ON (worker.manager_id = mgr1.employee_id)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employees mgr2 ON (mgr1.manager_id   = mgr2.employee_id)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worker.last_name;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Chapter 7 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NATURAL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00584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동명 열 전체 자동 조인 — 의도치 않은 열 조인 위험, 별칭 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USING 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특정 열로 등가 조인 — 조인 열에 별칭 금지 (ORA-25154)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ON 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임의 조건 조인 — 가장 명시적, 가독성 우수, 별칭 사용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Self-Join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889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같은 테이블을 두 별칭으로 참조 — 계층·쌍 데이터 조회에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Nonequijoin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BETWEEN 등 범위 조건 조인 — JOB_GRADES 급여 등급 조회 대표 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LEFT 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77639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왼쪽 전체 반환 — 불일치 시 오른쪽 NULL (Grant 사원 포함)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RIGHT 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720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오른쪽 전체 반환 — 불일치 시 왼쪽 NULL (사원 없는 부서 포함)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FULL OUTER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663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양쪽 불일치 행 모두 포함 = LEFT + RIGHT OUTER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CROSS 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607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카테시안 곱 (행 수 = 테이블1 × 테이블2) — 실무 비권장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Oracle Database 19c  |  Chapter 7: JOIN을 사용한 다중 테이블 데이터 조회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