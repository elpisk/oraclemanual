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1164031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Chapter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Managing Schema Objects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제약 조건 관리  |  임시 테이블 (GTT/PTT)  |  외부 테이블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45720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00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제약 조건을 추가하고 삭제한다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4572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600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제약 조건을 활성화·비활성화·상태 관리한다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88920"/>
            <a:ext cx="45720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200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108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지연 제약(Deferrable)으로 트랜잭션 유연성을 높인다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889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788920"/>
            <a:ext cx="457200" cy="13716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200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108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글로벌/프라이빗 임시 테이블을 생성하고 사용한다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457200" cy="13716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800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DIRECTORY 객체를 생성하고 외부 테이블을 정의한다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389120"/>
            <a:ext cx="45720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800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열·테이블·제약 이름을 변경하고 CASCADE 삭제를 수행한다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제약 조건 추가 &amp;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제약 조건 추가 — ALTER TABLE ADD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FK 추가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ADD CONSTRAINT emp_mgr_fk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FOREIGN KEY (manager_id)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REFERENCES emp2(employee_id);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NOT NULL은 MODIFY 사용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MODIFY last_name NOT NULL;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PK 추가 (MODIFY 사용)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MODIFY employee_id PRIMARY KEY;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13632"/>
            <a:ext cx="548640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4106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제약 조건 삭제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25112"/>
            <a:ext cx="5486400" cy="187451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416552"/>
            <a:ext cx="5212080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이름으로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DROP CONSTRAINT emp_mgr_fk;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PK + 참조 FK 함께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 DROP PRIMARY KEY CASCADE;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삭제 중 DML 허용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myemp2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DROP CONSTRAINT emp_name_pk ONLINE;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 DELETE 옵션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66928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5394960" cy="2240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ON DELETE CASCADE: 부모 삭제 시 자식도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dept2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ADD CONSTRAINT dept_lc_fk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FOREIGN KEY (location_id)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REFERENCES locations(location_id)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ON DELETE CASCADE;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ON DELETE SET NULL: 부모 삭제 시 자식 FK →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ADD CONSTRAINT emp_dt_fk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FOREIGN KEY (department_id)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REFERENCES departments(department_id)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ON DELETE SET NULL;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50208"/>
            <a:ext cx="566928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CASCADE CONSTRAINTS — 열 삭제 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361688"/>
            <a:ext cx="5669280" cy="17190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453127"/>
            <a:ext cx="539496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열 삭제 시 관련 제약도 함께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DROP COLUMN employee_id CASCADE CONSTRAINTS;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여러 열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test1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DROP (col1_pk, col2_fk, col1)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CASCADE CONSTRAINTS;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이름 변경 &amp; 제약 조건 DISABLE / ENABLE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테이블·열·제약 이름 변경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148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테이블 이름 변경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marketing RENAME TO new_marketing;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(또는: RENAME marketing TO new_marketing;)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열 이름 변경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new_marketing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RENAME COLUMN team_id TO id;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제약 조건 이름 변경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new_marketing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RENAME CONSTRAINT mktg_pk TO new_mktg_pk;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85032"/>
            <a:ext cx="54864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1246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DISABLE / ENABLE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96512"/>
            <a:ext cx="548640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187952"/>
            <a:ext cx="521208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단일 제약 비활성화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 DISABLE CONSTRAINT emp_dt_fk;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PK 비활성화 + 자식 FK 자동 비활성화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dept2 DISABLE PRIMARY KEY CASCADE;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활성화 (기존 데이터 전체 검사)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 ENABLE CONSTRAINT emp_dt_fk;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기존 데이터 제외하고 활성화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dept2 ENABLE NOVALIDATE PRIMARY KEY;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제약 조건 4가지 상태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81328"/>
            <a:ext cx="5669280" cy="10789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481328"/>
            <a:ext cx="566928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5453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ENABLE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920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활성화 + 기존·신규 데이터 모두 검사 (기본값)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624328"/>
            <a:ext cx="56692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624328"/>
            <a:ext cx="566928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6883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ENABLE NOVALIDATE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63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활성화 + 신규 DML만 검사 (기존 데이터 제외)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767328"/>
            <a:ext cx="5669280" cy="10789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767328"/>
            <a:ext cx="56692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8313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DISABLE 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06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비활성화 + DML 차단 + 기존 데이터 유효 보장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910328"/>
            <a:ext cx="56692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910328"/>
            <a:ext cx="566928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9743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DISABLE NOVALIDATE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349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비활성화 + DML 자유 + 검사 없음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지연 제약 조건 (Deferrable Constraints)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지연 제약 — 개념 &amp;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3429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지연 가능 PK 생성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dept2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ADD CONSTRAINT dept2_id_pk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PRIMARY KEY (department_id)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DEFERRABLE INITIALLY DEFERRED;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검사 시점 변경 (특정 제약)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SET CONSTRAINTS dept2_id_pk IMMEDIATE;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세션의 모든 제약 시점 변경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SESSION SET CONSTRAINTS = IMMEDIATE;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테이블 생성 시 지연 제약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emp_new_sal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salary NUMBER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CONSTRAINT sal_ck CHECK(salary &gt; 100)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DEFERRABLE INITIALLY IMMEDIATE,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bonus  NUMBER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CONSTRAINT bon_ck CHECK(bonus &gt; 0)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DEFERRABLE INITIALLY DEFERRED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965192"/>
            <a:ext cx="5486400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9926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DROP TABLE … PURGE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358384"/>
            <a:ext cx="5486400" cy="65836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5449824"/>
            <a:ext cx="52120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휴지통 없이 즉시 영구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DROP TABLE emp_new_sal PURGE;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INITIALLY DEFERRED vs IMMEDIATELY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481328"/>
            <a:ext cx="160020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499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481328"/>
            <a:ext cx="178308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499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INITIALLY DEFERRED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1481328"/>
            <a:ext cx="178308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1499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INITIALLY IMMEDIATE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856231"/>
            <a:ext cx="16002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187451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검사 시점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856231"/>
            <a:ext cx="17830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18745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COMMIT 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1856231"/>
            <a:ext cx="17830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18745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각 문장 실행 직후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606039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2624327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중복 INSERT 허용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606039"/>
            <a:ext cx="1783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2624327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COMMIT 전까지 허용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29800" y="2606039"/>
            <a:ext cx="1783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2624327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즉시 오류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355848"/>
            <a:ext cx="1600200" cy="71323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59" y="3374135"/>
            <a:ext cx="15544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유용한 상황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3355848"/>
            <a:ext cx="1783080" cy="71323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3374135"/>
            <a:ext cx="17373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순환 참조, 부모-자식
동시 변경 트랜잭션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29800" y="3355848"/>
            <a:ext cx="1783080" cy="71323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3374135"/>
            <a:ext cx="17373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일반적인 무결성 검사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105656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412394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SET CONSTRAINTS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4105656"/>
            <a:ext cx="1783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412394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IMMEDIATE로 변경 가능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4105656"/>
            <a:ext cx="1783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0" y="412394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DEFERRED로 변경 가능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897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DEFERRABLE: 지연 가능 선언  |  NOT DEFERRABLE: 지연 불가 (기본값)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임시 테이블 (Temporary Tables) — GTT &amp; PTT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035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임시 테이블의 특징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30352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37160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544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트랜잭션 또는 세션 기간 동안만 데이터 존재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29968"/>
            <a:ext cx="5303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029968"/>
            <a:ext cx="137160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214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세션마다 데이터 독립적 (다른 세션의 데이터 비공개)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96896"/>
            <a:ext cx="530352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596896"/>
            <a:ext cx="137160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883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UNDO 및 REDO 로그 최소화 → 성능 향상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63824"/>
            <a:ext cx="5303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163824"/>
            <a:ext cx="137160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552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Global(GTT) 과 Private(PTT) 두 종류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49039"/>
            <a:ext cx="530352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776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Global Temporary Table (GTT)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60520"/>
            <a:ext cx="5303520" cy="20391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4251959"/>
            <a:ext cx="5029200" cy="18562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트랜잭션 기반: COMMIT 시 데이터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GLOBAL TEMPORARY TABLE cart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(n NUMBER, d DATE)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COMMIT DELETE ROWS;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세션 기반: 세션 종료 시 데이터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GLOBAL TEMPORARY TABLE emp_details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COMMIT PRESERVE ROWS;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051560"/>
            <a:ext cx="59436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10789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Private Temporary Table (PTT)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463040"/>
            <a:ext cx="5943600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554480"/>
            <a:ext cx="5669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이름 규칙: ORA$PTT_ 접두사 필수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트랜잭션 기반: COMMIT 시 정의도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PRIVATE TEMPORARY TABLE ORA$PTT_sales_trans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(time_id   DATE,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amt_sold  NUMBER(8,2))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COMMIT DROP DEFINITION;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세션 기반: 세션 종료 시 정의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PRIVATE TEMPORARY TABLE ORA$PTT_sales_sess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(time_id   DATE,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amt_sold  NUMBER(8,2))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COMMIT PRESERVE DEFINITION;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005072"/>
            <a:ext cx="594360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403250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GTT vs PTT 비교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389120"/>
            <a:ext cx="1325880" cy="32918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4074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특징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4389120"/>
            <a:ext cx="2148840" cy="32918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44074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GTT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920" y="4389120"/>
            <a:ext cx="2103120" cy="32918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40740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PTT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754880"/>
            <a:ext cx="1325880" cy="3840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477316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이름 규칙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4754880"/>
            <a:ext cx="2148840" cy="3840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477316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일반 테이블과 동일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46920" y="4754880"/>
            <a:ext cx="2103120" cy="3840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477316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ORA$PTT_ 접두사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5175504"/>
            <a:ext cx="1325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51937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정의 가시성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5175504"/>
            <a:ext cx="2148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52360" y="519379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모든 세션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46920" y="5175504"/>
            <a:ext cx="2103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5193792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생성 세션만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5596128"/>
            <a:ext cx="1325880" cy="3840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61441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정의 저장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5596128"/>
            <a:ext cx="2148840" cy="3840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52360" y="561441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디스크(딕셔너리)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46920" y="5596128"/>
            <a:ext cx="2103120" cy="3840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0" y="5614416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메모리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6016752"/>
            <a:ext cx="1325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603504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COMMIT 옵션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6016752"/>
            <a:ext cx="2148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52360" y="603504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DELETE/PRESERVE ROWS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46920" y="6016752"/>
            <a:ext cx="2103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6035040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DROP/PRESERVE DEFINITION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외부 테이블 (External 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0352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외부 테이블이란?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30352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3716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544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파일 시스템의 데이터를 Oracle 테이블처럼 조회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39112"/>
            <a:ext cx="5303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039112"/>
            <a:ext cx="13716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305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데이터는 DB 외부 파일에 저장 (테이블스페이스 없음)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15184"/>
            <a:ext cx="530352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615184"/>
            <a:ext cx="13716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7066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테이블 정의만 딕셔너리에 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91256"/>
            <a:ext cx="5303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191256"/>
            <a:ext cx="13716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읽기 전용: SELECT만 가능, DML 불가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67328"/>
            <a:ext cx="530352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67328"/>
            <a:ext cx="13716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587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두 가지 드라이버: ORACLE_LOADER / ORACLE_DATAPUMP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34840"/>
            <a:ext cx="530352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4622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DIRECTORY 객체 생성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846320"/>
            <a:ext cx="5303520" cy="18105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4937759"/>
            <a:ext cx="502920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OS 경로를 가리키는 DIRECTORY 객체 생성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OR REPLACE DIRECTORY emp_dir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AS '/path/to/emp_dir';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사용자에게 읽기 권한 부여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READ ON DIRECTORY emp_dir TO ora_21;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DIRECTORY 목록 확인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directory_name, directory_path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all_directories;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051560"/>
            <a:ext cx="59436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10789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외부 테이블 생성 — ORACLE_LOADER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463040"/>
            <a:ext cx="5943600" cy="3291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1554480"/>
            <a:ext cx="56692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플랫 텍스트 파일 읽기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oldemp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(fname CHAR(25), lname CHAR(25))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ORGANIZATION EXTERNAL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TYPE ORACLE_LOADER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DEFAULT DIRECTORY emp_dir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ACCESS PARAMETERS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RECORDS DELIMITED BY NEWLINE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FIELDS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fname POSITION (1:20)  CHAR,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lname POSITION (22:41) CHAR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LOCATION ('emp.dat')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REJECT LIMIT UNLIMITED;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조회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* FROM oldemp;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828032"/>
            <a:ext cx="5943600" cy="18105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4919472"/>
            <a:ext cx="566928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ORACLE_DATAPUMP: 바이너리 형식 내보내기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emp_ext (employee_id, first_name, last_name)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ORGANIZATION EXTERNAL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(TYPE ORACLE_DATAPUMP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DEFAULT DIRECTORY emp_dir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LOCATION ('emp1.exp','emp2.exp'))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PARALLEL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AS SELECT employee_id, first_name,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FROM   employees;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제약 조건 실전 활용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자기 참조 FK + ON DELETE SET NULL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57784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테이블 복사 후 제약 추가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dept2 AS SELECT * FROM departments;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emp2  AS SELECT * FROM employees;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dept2 PK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dept2 MODIFY department_id PRIMARY KEY;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emp2 PK + FK (ON DELETE SET NULL)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ADD CONSTRAINT emp2_pk PRIMARY KEY (employee_id);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ADD CONSTRAINT emp2_dept_fk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FOREIGN KEY (department_id)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REFERENCES dept2(department_id)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ON DELETE SET NULL;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자기 참조 FK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ADD CONSTRAINT emp2_mgr_fk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FOREIGN KEY (manager_id)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REFERENCES emp2(employee_id);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제약 상태 확인 &amp; NOVALIDATE 활용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57784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제약 상태 조회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constraint_name, constraint_type,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status, validated, deferrable, deferred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user_constraints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table_name = 'EMP2';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대량 로드 후 새 데이터만 검사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ENABLE NOVALIDATE CONSTRAINT emp2_dept_fk;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제약 이름 변경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dept2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RENAME CONSTRAINT sys_c001 TO dept2_pk;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CASCADE CONSTRAINTS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dept2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DROP COLUMN department_id CASCADE CONSTRAINTS;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임시 테이블 실전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GTT — 트랜잭션 기반 집계 스테이징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57784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주문 처리 중간 데이터 저장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GLOBAL TEMPORARY TABLE order_stage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(order_id  NUMBER, product_id NUMBER,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qty       NUMBER, unit_price NUMBER(10,2))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COMMIT DELETE ROWS;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트랜잭션 내 사용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order_stage VALUES (1, 301, 5, 29.99);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order_stage VALUES (1, 302, 2, 49.99);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order_id, SUM(qty * unit_price) total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order_stage GROUP BY order_id;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COMMIT → 데이터 자동 삭제 (테이블 유지)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COMMIT;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PTT — 세션 기반 계산 버퍼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57784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복잡한 계산 결과 임시 보관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PRIVATE TEMPORARY TABLE ORA$PTT_calc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(step_no NUMBER, result NUMBER(15,4),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note    VARCHAR2(100))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COMMIT PRESERVE DEFINITION;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세션 내 다중 트랜잭션 사용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ORA$PTT_calc VALUES (1, 3.14, 'Pi');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COMMIT;  -- 데이터 유지 (PRESERVE DEFINITION)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ORA$PTT_calc VALUES (2, 2.71, 'e');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COMMIT;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세션 내 누적 결과 조회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* FROM ORA$PTT_calc ORDER BY step_no;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세션 종료 시 테이블 정의 자동 삭제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딕셔너리 뷰 — USER_CONSTRAINTS &amp; USER_TABLES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USER_CONSTRAINTS 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constraint_name, constraint_type,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status, validated,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deferrable, deferred,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delete_rule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user_constraints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table_name = 'EMP2'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ORDER BY constraint_type;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548640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CONSTRAINT_TYPE 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29000"/>
            <a:ext cx="54864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45720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502152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0215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PRIMARY KEY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04487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04487"/>
            <a:ext cx="45720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3977639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7763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UNIQUE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79976"/>
            <a:ext cx="54864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379976"/>
            <a:ext cx="45720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4453128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531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FOREIGN KEY (Referential)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55464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855464"/>
            <a:ext cx="45720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4928616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2861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CHECK / NOT NULL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30952"/>
            <a:ext cx="54864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330952"/>
            <a:ext cx="45720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5404104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40410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WITH CHECK OPTION (뷰)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806440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806440"/>
            <a:ext cx="45720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" y="5879592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795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WITH READ ONLY (뷰)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임시 테이블 &amp; 외부 테이블 조회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463040"/>
            <a:ext cx="5669280" cy="3794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1554480"/>
            <a:ext cx="539496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임시 테이블 확인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table_name, temporary, duration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user_tables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temporary = 'Y';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외부 테이블 확인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table_name, type_name,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default_directory_name,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location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user_external_tables;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DIRECTORY 객체 목록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directory_name, directory_path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all_directories;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제약 조건 상세 (DELETE RULE 등)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c.constraint_name, c.delete_rule,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cc.column_name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user_constraints     c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JOIN   user_cons_columns    cc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ON c.constraint_name = cc.constraint_name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c.table_name = 'EMP2'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AND  c.constraint_type = 'R';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종합 실전 — 제약 관리 &amp; 임시 테이블 통합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ETL 파이프라인: 외부 파일 → 임시 테이블 → 목적지 테이블 패턴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11612880" cy="47365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11338559" cy="4553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-- 1단계: 외부 데이터 소스 정의 (ORACLE_LOADER)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ext_emp (emp_id NUMBER(6), last_name VARCHAR2(25), dept_id NUMBER(4))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ORGANIZATION EXTERNAL (TYPE ORACLE_LOADER DEFAULT DIRECTORY emp_dir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ACCESS PARAMETERS (RECORDS DELIMITED BY NEWLINE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FIELDS (emp_id POSITION(1:6) CHAR, last_name POSITION(8:32) CHAR,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    dept_id POSITION(34:37) CHAR))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LOCATION('new_emp.csv')) REJECT LIMIT UNLIMITED;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-- 2단계: GTT로 스테이징 (COMMIT 시 삭제)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GLOBAL TEMPORARY TABLE stage_emp (emp_id NUMBER(6), last_name VARCHAR2(25), dept_id NUMBER(4))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COMMIT DELETE ROWS;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-- 3단계: 외부 테이블 → 스테이징 로드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stage_emp SELECT * FROM ext_emp;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-- 4단계: 검증 후 목적지 삽입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employees (employee_id, last_name, email, hire_date, job_id, 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emp_id, last_name, UPPER(SUBSTR(last_name,1,8)),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SYSDATE, 'IT_PROG', dept_id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stage_emp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dept_id IN (SELECT department_id FROM departments);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COMMIT;   -- stage_emp 데이터 자동 삭제 (ON COMMIT DELETE ROWS)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지연 제약 — 실전 활용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시나리오: 순환 참조 데이터 삽입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47365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4553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dept2: PK DEFERRABLE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dept2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ADD CONSTRAINT dept2_pk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PRIMARY KEY (department_id)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DEFERRABLE INITIALLY DEFERRED;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emp2: FK DEFERRABLE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ADD CONSTRAINT emp2_dept_fk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FOREIGN KEY (department_id)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REFERENCES dept2(department_id)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DEFERRABLE INITIALLY DEFERRED;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부모 행 없이 자식 행 먼저 삽입 (일시적 위반)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emp2 (employee_id, last_name, email,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hire_date, job_id, 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VALUES (999, 'NewEmp', 'NEWEMP', SYSDATE, 'IT_PROG', 777);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부모 행 삽입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dept2 (department_id, department_name)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VALUES (777, 'New Dept');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COMMIT: 이 시점에 제약 검사 → 모두 만족 → 성공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COMMIT;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시나리오: 제약 상태별 데이터 로드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669280" cy="47365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94960" cy="4553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-- 1. 제약 비활성화 (대량 로드 전)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DISABLE CONSTRAINT emp2_dept_fk;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-- 2. 대량 INSERT (FK 검사 없음 → 빠름)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emp2 SELECT * FROM old_emp_data;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COMMIT;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-- 3. 데이터 정제 (무효 FK 수정)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UPDATE emp2 SET department_id =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department_id NOT IN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(SELECT department_id FROM dept2);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-- 4. ENABLE NOVALIDATE: 새 DML만 검사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ENABLE NOVALIDATE CONSTRAINT emp2_dept_fk;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-- 5. 점진적 검증 후 ENABLE VALIDATE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ENABLE VALIDATE CONSTRAINT emp2_dept_fk;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외부 테이블 — ORACLE_LOADER vs ORACLE_DATAPUMP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15: 스키마 객체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ORACLE_LOADER — 텍스트 파일 읽기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971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old_emp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(fname CHAR(25), lname CHAR(25))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ORGANIZATION EXTERNAL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TYPE ORACLE_LOADER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DEFAULT DIRECTORY emp_dir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ACCESS PARAMETERS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RECORDS DELIMITED BY NEWLINE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FIELDS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fname POSITION (1:20)  CHAR,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lname POSITION (22:41) CHAR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LOCATION ('emp.dat')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* FROM old_emp;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507992"/>
            <a:ext cx="548640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5354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ORACLE_LOADER 특징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92040"/>
            <a:ext cx="54864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892040"/>
            <a:ext cx="109728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9651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CSV, 고정 길이 텍스트 파일 읽기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67527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367527"/>
            <a:ext cx="109728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44067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단방향 (읽기만)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843016"/>
            <a:ext cx="54864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843016"/>
            <a:ext cx="109728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9161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REJECT LIMIT으로 오류 행 허용치 설정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ORACLE_DATAPUMP — 바이너리 내보내기/가져오기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463040"/>
            <a:ext cx="5669280" cy="37673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554480"/>
            <a:ext cx="5394960" cy="3584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내보내기: AS SELECT로 파일 생성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emp_export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(employee_id, first_name, last_name)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ORGANIZATION EXTERNAL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TYPE ORACLE_DATAPUMP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DEFAULT DIRECTORY emp_dir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LOCATION ('emp1.exp', 'emp2.exp')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PARALLEL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AS SELECT employee_id, first_name,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FROM   employees WHERE department_id = 80;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가져오기: 기존 export 파일 읽기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emp_import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(employee_id NUMBER, first_name VARCHAR2(20),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last_name   VARCHAR2(25))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ORGANIZATION EXTERNAL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TYPE ORACLE_DATAPUMP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DEFAULT DIRECTORY emp_dir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LOCATION ('emp1.exp', 'emp2.exp')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* FROM emp_import;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285232"/>
            <a:ext cx="566928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53126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ORACLE_DATAPUMP 특징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687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Oracle 전용 바이너리  •  읽기/쓰기 가능  •  PARALLEL 처리 지원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65760"/>
            <a:ext cx="1164031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Chapter 15 단원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82880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제약 추가·삭제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ALTER TABLE ADD/DROP CONSTRAINT, MODIFY(NOT NULL), CASCADE, ONLINE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182880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ON 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CASCADE(자식 삭제) / SET NULL(자식 FK → NULL)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8288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DISABLE/ENABLE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제약 비활성화·활성화 — CASCADE, NOVALIDATE 옵션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1460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182880" cy="10515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91"/>
                </a:solidFill>
              </a:rPr>
              <a:t>제약 4상태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ENABLE/DISABLE × VALIDATE/NOVALIDATE — 데이터 로드 전략에 활용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182880" cy="10515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947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지연 제약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DEFERRABLE INITIALLY DEFERRED/IMMEDIATE — COMMIT 시 검사 또는 즉시 검사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182880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37947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임시 테이블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GTT(딕셔너리, 모든 세션) / PTT(ORA$PTT_ 접두사, 메모리, 생성 세션만)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92040"/>
            <a:ext cx="1124712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182880" cy="10515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</a:rPr>
              <a:t>외부 테이블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ORGANIZATION EXTERNAL — LOADER(텍스트) / DATAPUMP(바이너리), SELECT만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다음 장: Chapter 16 — 서브쿼리를 이용한 데이터 조회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