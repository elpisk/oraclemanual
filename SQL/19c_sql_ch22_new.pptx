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Oracle Database 19c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고급 서브쿼리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5A623"/>
                </a:solidFill>
              </a:rPr>
              <a:t>Advanced Subqueries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Chapter 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160520"/>
            <a:ext cx="76169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HR Schema  |  Oracle 19c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5743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1440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89611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9326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스칼라 서브쿼리를 SELECT, WHERE, ORDER BY, HAVING 절에서 활용한다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3736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71907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75564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상관 서브쿼리(Correlated Subquery)의 실행 원리를 이해하고 작성한다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6032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4203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57860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EXISTS / NOT EXISTS로 행 존재 여부를 효율적으로 검사한다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6499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40156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다중 컬럼 서브쿼리로 쌍(pair) 비교를 수행한다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8795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22452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WITH 절(CTE)로 서브쿼리를 재사용하고 가독성을 높인다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1091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0474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2332"/>
                </a:solidFill>
              </a:rPr>
              <a:t>인라인 뷰와 FETCH FIRST를 결합하여 TOP-N 결과를 추출한다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서브쿼리 분류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5394960" cy="265176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68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96"/>
                </a:solidFill>
              </a:rPr>
              <a:t>결과 행 수 기준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13716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3502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단일 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335024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=  &gt;  &lt;  &gt;=  &lt;=  &lt;&gt;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38528"/>
            <a:ext cx="13716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93391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다중 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1993391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IN  ANY  ALL  EXISTS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96896"/>
            <a:ext cx="1371600" cy="45720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6517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다중 컬럼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65176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(col1, col2) IN (...)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777240"/>
            <a:ext cx="5486400" cy="26517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868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6B34"/>
                </a:solidFill>
              </a:rPr>
              <a:t>외부 참조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280160"/>
            <a:ext cx="1371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3502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비상관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33502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독립 실행, 한 번만 평가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057400"/>
            <a:ext cx="13716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12264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상관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2112264"/>
            <a:ext cx="3657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외부 행 참조, 행마다 재평가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66160"/>
            <a:ext cx="11430000" cy="265176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6A00"/>
                </a:solidFill>
              </a:rPr>
              <a:t>위치 기준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114800"/>
            <a:ext cx="201168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169663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스칼라 서브쿼리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169663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SELECT · WHERE · ORDER BY 절 — 단일 값 반환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73168"/>
            <a:ext cx="201168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828031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인라인 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828031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FROM 절 — 가상 테이블처럼 사용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5431536"/>
            <a:ext cx="201168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48640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중첩 서브쿼리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5486400"/>
            <a:ext cx="88696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WHERE · HAVING 절 — 필터 조건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스칼라 서브쿼리 — SELECT 절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각 직원 행마다 서브쿼리가 실행되어 부서 평균을 반환한다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114300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61872"/>
            <a:ext cx="11210544" cy="1865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salary,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(SELECT ROUND(AVG(salary), 0)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FROM   employees e2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WHERE  e2.department_id = e1.department_id) AS dept_avg_sal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e1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department_id, salary DESC;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11430000" cy="21945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0156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실행 결과 (일부)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49039"/>
            <a:ext cx="1106424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822191"/>
            <a:ext cx="10844784" cy="14996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EMPLOYEE_ID  LAST_NAME   SALARY   DEPT_AVG_SAL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  ----------  -------  ------------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200          Whalen        4400          4400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201          Hartstein    13000          9500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202          Fay           6000          9500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114          Raphaely     11000         4150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11430000" cy="54864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68756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포인트: 스칼라 서브쿼리는 외부 쿼리의 e1.department_id를 참조 → 상관 서브쿼리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스칼라 서브쿼리 — WHERE / HAVING / ORDER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7955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WHERE 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11430000" cy="777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170432"/>
            <a:ext cx="11210544" cy="630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last_name, salary FROM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salary &gt; (SELECT AVG(salary) FROM employees)  ORDER BY salary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65960"/>
            <a:ext cx="11430000" cy="2743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8424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HAVING 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11430000" cy="868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359152"/>
            <a:ext cx="11210544" cy="722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  department_id, AVG(salary) AS avg_sal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  employees  GROUP BY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HAVING   AVG(salary) &gt; (SELECT AVG(salary) FROM employees)  ORDER BY avg_sal DESC;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46120"/>
            <a:ext cx="1143000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6440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ORDER BY 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11430000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639312"/>
            <a:ext cx="11210544" cy="8595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last_name, department_id,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e1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(SELECT AVG(salary) FROM employees e2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WHERE  e2.department_id = e1.department_id) DESC, salary DESC;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7274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스칼라 서브쿼리 제약사항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반드시 단일 행 단일 컬럼을 반환해야 함 (2행 이상 → ORA-01427)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431536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NULL 반환 시 표현식 전체가 NULL (COALESCE로 처리 권장)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15583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GROUP BY 직접 사용 불가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상관 서브쿼리 (Correlated Subquery)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100584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22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실행 원리: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155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외부 쿼리 행 선택  →  외부 값을 서브쿼리에 전달  →  서브쿼리 실행  →  조건 평가  →  다음 행 반복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1143000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993392"/>
            <a:ext cx="1121054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부서 평균보다 급여가 높은 직원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last_name, salary,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e_outer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salary &gt; (SELECT AVG(salary)              -- ② 서브쿼리 실행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  FROM   employees e_inner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  WHERE  e_inner.department_id     -- ① 외부 행의 값 참조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        = e_outer.department_id)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department_id, salary DESC;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51960"/>
            <a:ext cx="11430000" cy="1920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159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실행 결과 (일부)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36008"/>
            <a:ext cx="11064240" cy="14173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709160"/>
            <a:ext cx="10844784" cy="1271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LAST_NAME    SALARY  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  -------  -------------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Hartstein     13000             20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Kaufling       8900             50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Weiss          8000             50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Vollman        6500            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EXISTS / NOT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5394960" cy="2743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EXISTS — 부하 직원 있는 관리자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539496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261872"/>
            <a:ext cx="517550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e.employee_id,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e.last_name, e.job_id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EXISTS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(SELECT 1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FROM   employees 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WHERE  s.manager_id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e.employee_id)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e.employee_id;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777240"/>
            <a:ext cx="5394960" cy="274320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8412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4634"/>
                </a:solidFill>
              </a:rPr>
              <a:t>NOT EXISTS — 직원 없는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9496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261872"/>
            <a:ext cx="517550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d.department_id,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d.department_name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departments 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NOT EXISTS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(SELECT 1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FROM   employees 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WHERE  e.department_id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d.department_id)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d.department_id;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11430000" cy="256032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2160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IN vs EXISTS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87368"/>
            <a:ext cx="269748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33087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4087368"/>
            <a:ext cx="406908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4133087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4087368"/>
            <a:ext cx="4069080" cy="34747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4133087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26974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535424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평가 방식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480560"/>
            <a:ext cx="40690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47288" y="4535424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결과 집합 전체와 비교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4480560"/>
            <a:ext cx="40690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4535424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첫 행 발견 시 즉시 TRUE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83480"/>
            <a:ext cx="2697480" cy="45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038344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NULL 처리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983480"/>
            <a:ext cx="4069080" cy="45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5038344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NOT IN에서 NULL 주의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4983480"/>
            <a:ext cx="4069080" cy="4572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5038344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NOT EXISTS는 NULL 안전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486400"/>
            <a:ext cx="26974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541264"/>
            <a:ext cx="26151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성능(대용량)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5486400"/>
            <a:ext cx="40690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5541264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소규모 서브쿼리에 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5486400"/>
            <a:ext cx="4069080" cy="457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9248" y="5541264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대규모 외부 테이블에 유리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다중 컬럼 서브쿼리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여러 컬럼 값을 쌍(pair)으로 동시에 비교 — (col1, col2) IN (서브쿼리)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페어 비교 (Pairwise) — 부서별 최저 급여 직원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11430000" cy="1783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810512"/>
            <a:ext cx="11210544" cy="1636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salary,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(department_id, salary) IN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(SELECT department_id, MIN(salary)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GROUP BY department_id)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department_id;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5394960" cy="25603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75887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96"/>
                </a:solidFill>
              </a:rPr>
              <a:t>페어 비교 (Pairwise)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416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(dept, sal) 쌍으로 비교
→ dept=20이고 동시에 그 최저 급여인 직원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11880"/>
            <a:ext cx="5394960" cy="25603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75887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74634"/>
                </a:solidFill>
              </a:rPr>
              <a:t>비페어 비교 (Non-Pairwise)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416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dept IN (...) AND sal IN (...) 각각 비교
→ 의도치 않은 조합 포함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49240"/>
            <a:ext cx="11430000" cy="82296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포인트: 페어 비교는 (dept=20, sal=1800)처럼 두 조건이 동시에 만족하는 행만 반환.  비페어는 dept=20이거나 sal=1800인 행 모두 반환될 수 있어 결과가 다를 수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WITH 절 — Common Table Expressions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3210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WITH 절: 복잡한 서브쿼리를 이름 붙여 재사용 — 가독성 + 성능 향상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11430000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353312"/>
            <a:ext cx="11210544" cy="40599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WITH dept_avg AS (                        -- ① 첫 번째 CTE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SELECT department_id,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ROUND(AVG(salary), 0) AS avg_sal,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COUNT(*)               AS headcount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FROM   employees  GROUP BY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company_avg AS (                          -- ② 두 번째 CTE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SELECT ROUND(AVG(salary), 0) AS company_avg_sal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e.last_name, e.salary, e.department_id,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da.avg_sal, ca.company_avg_sal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JOIN   dept_avg  da ON e.department_id = da.department_id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CROSS JOIN company_avg ca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e.salary &gt; da.avg_sal  ORDER BY e.department_id;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6692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CTE 장점: ① 동일 서브쿼리 반복 제거  ② 단계별 논리 분리로 디버깅 용이  ③ 재귀 쿼리(CONNECT BY 대체)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WITH 절 — 다단계 CTE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5349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850392"/>
            <a:ext cx="11210544" cy="5202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WITH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-- 1단계: 부서별 집계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dept_stats AS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SELECT department_id,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COUNT(*)    AS cnt,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SUM(salary) AS total_sal,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MAX(salary) AS max_sal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FROM   employees  GROUP BY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-- 2단계: 평균 이상 부서 필터 (CTE 참조)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top_depts AS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SELECT department_id, total_sal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FROM   dept_stats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WHERE  total_sal &gt; (SELECT AVG(total_sal) FROM dept_stats)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d.department_name, td.total_sal, ds.cnt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top_depts td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JOIN   departments d  ON td.department_id = d.department_id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JOIN   dept_stats  ds ON td.department_id = ds.department_id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td.total_sal DESC;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217920"/>
            <a:ext cx="11430000" cy="50292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28192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포인트: 뒤쪽 CTE는 앞쪽 CTE를 참조 가능. dept_stats를 두 번 사용해도 실제 테이블은 한 번만 스캔.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인라인 뷰와 TOP-N 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① ROWNUM 방식 (전통 — 반드시 인라인 뷰 필요)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14300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16152"/>
            <a:ext cx="11210544" cy="950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*  FROM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(SELECT employee_id, last_name,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FROM   employees  ORDER BY salary DESC)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ROWNUM &lt;= 5;          -- 상위 5명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11430000" cy="4114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95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74634"/>
                </a:solidFill>
              </a:rPr>
              <a:t>주의: ROWNUM은 ORDER BY 이전에 부여됨 → 인라인 뷰 없이 사용하면 정렬 전 번호 부여!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8036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② FETCH FIRST 방식 (Oracle 12c+ 권장)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143000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19272"/>
            <a:ext cx="11210544" cy="2231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상위 5명 (동점 포함)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 ORDER BY salary DESC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FETCH FIRST 5 ROWS WITH TIES;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페이지네이션: 6~10번째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 ORDER BY salary DESC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OFFSET 5 ROWS FETCH NEXT 5 ROWS ONLY;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715000"/>
            <a:ext cx="11430000" cy="50292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779008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FETCH FIRST 장점: 직관적 구문, WITH TIES로 동점 처리, OFFSET으로 페이지네이션 간결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서브쿼리 vs JOIN — 선택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32104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상황에 따라 최적 방식이 다르다 — 성능과 가독성을 함께 고려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298448"/>
            <a:ext cx="36118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353312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상황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298448"/>
            <a:ext cx="315468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4528" y="1353312"/>
            <a:ext cx="30723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권장 방식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298448"/>
            <a:ext cx="425196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1353312"/>
            <a:ext cx="416966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이유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709928"/>
            <a:ext cx="361188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1764792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존재 여부만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709928"/>
            <a:ext cx="315468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1764792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EXISTS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1709928"/>
            <a:ext cx="425196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16368" y="1764792"/>
            <a:ext cx="4169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불필요한 데이터 로딩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276856"/>
            <a:ext cx="361188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331720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부모 컬럼 불필요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2276856"/>
            <a:ext cx="315468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4528" y="2331720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IN / EXISTS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2276856"/>
            <a:ext cx="425196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2331720"/>
            <a:ext cx="4169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간결한 서브쿼리로 충분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843784"/>
            <a:ext cx="361188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2898648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부모·자식 컬럼 모두 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2843784"/>
            <a:ext cx="315468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4528" y="2898648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JOIN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2843784"/>
            <a:ext cx="425196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6368" y="2898648"/>
            <a:ext cx="4169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JOIN이 컬럼 접근에 최적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410712"/>
            <a:ext cx="361188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465576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서브쿼리 재사용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20" y="3410712"/>
            <a:ext cx="315468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4528" y="3465576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WITH(CTE)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3410712"/>
            <a:ext cx="425196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16368" y="3465576"/>
            <a:ext cx="4169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중복 스캔 방지, 가독성 향상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977639"/>
            <a:ext cx="361188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032504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집계 후 필터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3977639"/>
            <a:ext cx="315468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4528" y="4032504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HAVING + 서브쿼리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977639"/>
            <a:ext cx="4251960" cy="521207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16368" y="4032504"/>
            <a:ext cx="4169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집계 후 결과 필터링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544568"/>
            <a:ext cx="361188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4599432"/>
            <a:ext cx="35295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순위·페이지네이션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4544568"/>
            <a:ext cx="315468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4528" y="4599432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</a:rPr>
              <a:t>인라인 뷰 + FETCH FIRST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544568"/>
            <a:ext cx="4251960" cy="521207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16368" y="4599432"/>
            <a:ext cx="41696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표준 SQL, 직관적 구문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실습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다음 쿼리의 실행 결과를 예측하고 실제로 수행해 보세요.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070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문제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1143000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581912"/>
            <a:ext cx="11210544" cy="1682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자신이 속한 부서의 평균 급여보다 적게 받는 직원을 조회하시오.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(상관 서브쿼리 활용)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last_name, salary, department_id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 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salary &lt; (SELECT AVG(salary) FROM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  WHERE  department_id = e.department_id)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department_id, salary;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4564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문제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58184"/>
            <a:ext cx="1143000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3831336"/>
            <a:ext cx="11210544" cy="21396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WITH 절로 부서 통계를 정의하고,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직원 수가 5명 이상인 부서의 평균 급여 TOP 3를 구하시오.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WITH dept_stats AS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SELECT department_id, AVG(salary) avg_sal, COUNT(*) cnt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FROM   employees  GROUP BY department_id  HAVING COUNT(*) &gt;= 5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department_id, ROUND(avg_sal,0) avg_sal, cnt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dept_stats  ORDER BY avg_sal DESC  FETCH FIRST 3 ROWS ONLY;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Chapter 22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22  |  14/14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고급 서브쿼리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822960"/>
            <a:ext cx="114300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960120"/>
            <a:ext cx="29260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0058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스칼라 서브쿼리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024128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SELECT·WHERE·HAVING·ORDER BY 절에서 단일 값 반환 서브쿼리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9260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상관 서브쿼리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892808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외부 쿼리 행마다 재실행 — 부서 평균 비교, 계층 조건 등에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80"/>
            <a:ext cx="29260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EXISTS / NOT EXISTS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761488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존재 여부만 검사 → 성능 효율적, NOT IN과 달리 NULL에 안전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59"/>
            <a:ext cx="29260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1187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다중 컬럼 서브쿼리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30168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(col1, col2) IN (서브쿼리) — 쌍 비교로 의도한 결과 보장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29260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WITH 절 (CTE)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498848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서브쿼리에 이름 부여, 재사용, 다단계 파이프라인 구성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03520"/>
            <a:ext cx="292608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49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인라인 뷰 + TOP-N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367528"/>
            <a:ext cx="8503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ROWNUM 래퍼 또는 FETCH FIRST ROWS ONLY / WITH TIES 활용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