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Creating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CREATE VIEW  |  WITH CHECK OPTION  |  WITH READ ONLY  |  DROP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457200" cy="13716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단순 뷰와 복합 뷰를 생성한다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45720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6002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CREATE OR REPLACE VIEW로 뷰를 수정한다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45720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뷰를 통해 데이터를 조회·변경한다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88920"/>
            <a:ext cx="457200" cy="13716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2004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108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WITH CHECK OPTION으로 DML 조건을 강제한다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457200" cy="13716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WITH READ ONLY로 모든 DML을 차단한다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891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389120"/>
            <a:ext cx="4572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060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709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USER_VIEWS로 뷰 정의 정보를 조회한다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뷰(View) 개요 &amp; 장점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뷰란?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하나 이상의 테이블 데이터를 논리적으로 표현하는 데이터베이스 객체
• 실제 데이터 저장 없음
• 데이터 딕셔너리에 서브쿼리 정의만 저장
• 일반 테이블처럼 SELECT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530352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16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뷰 동작 원리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82112"/>
            <a:ext cx="5120640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137160" cy="56692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EMPLOYEES 테이블 (기반 테이블)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74903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03904"/>
            <a:ext cx="5120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03904"/>
            <a:ext cx="13716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CREATE VIEW empvu80 AS SELECT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3708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25696"/>
            <a:ext cx="5120640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425696"/>
            <a:ext cx="1371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35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empvu80 뷰 (논리적 표현)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9926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47488"/>
            <a:ext cx="5120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047488"/>
            <a:ext cx="13716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572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애플리케이션 / 포털 / 보고서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1078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뷰 사용의 4가지 장점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463040"/>
            <a:ext cx="5943600" cy="1143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1463040"/>
            <a:ext cx="182880" cy="1143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554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데이터 접근 제한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9933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민감한 열(급여, 주민번호 등)을 숨겨 보안 강화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697480"/>
            <a:ext cx="5943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2697480"/>
            <a:ext cx="182880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7889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복잡한 쿼리 단순화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2278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JOIN·집계를 캡슐화하여 재사용 가능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931920"/>
            <a:ext cx="5943600" cy="1143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3931920"/>
            <a:ext cx="182880" cy="11430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0233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91"/>
                </a:solidFill>
              </a:rPr>
              <a:t>데이터 독립성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6227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기반 테이블 구조 변경 시 앱 코드 보호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166360"/>
            <a:ext cx="59436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5166360"/>
            <a:ext cx="182880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52578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다양한 데이터 관점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6967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같은 데이터를 다른 방식으로 여러 뷰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단순 뷰 vs 복합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51560"/>
            <a:ext cx="1143000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단순 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복합 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1143000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109728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609344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기반 테이블 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554480"/>
            <a:ext cx="3566160" cy="6217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1609344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1개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554480"/>
            <a:ext cx="3566160" cy="621792"/>
          </a:xfrm>
          <a:prstGeom prst="rect">
            <a:avLst/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609344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74634"/>
                </a:solidFill>
              </a:rPr>
              <a:t>1개 이상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12848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212848"/>
            <a:ext cx="109728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6771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함수 포함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212848"/>
            <a:ext cx="3566160" cy="621792"/>
          </a:xfrm>
          <a:prstGeom prst="rect">
            <a:avLst/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2267712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74634"/>
                </a:solidFill>
              </a:rPr>
              <a:t>불가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2212848"/>
            <a:ext cx="3566160" cy="6217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2267712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71215"/>
            <a:ext cx="11430000" cy="62179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871215"/>
            <a:ext cx="109728" cy="6217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926080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그룹 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2871215"/>
            <a:ext cx="3566160" cy="621792"/>
          </a:xfrm>
          <a:prstGeom prst="rect">
            <a:avLst/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2926080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74634"/>
                </a:solidFill>
              </a:rPr>
              <a:t>불가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2871215"/>
            <a:ext cx="3566160" cy="6217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79" y="2926080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가능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9584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529584"/>
            <a:ext cx="109728" cy="6217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584448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DML 작업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3529584"/>
            <a:ext cx="3566160" cy="621792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3008" y="3584448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가능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3529584"/>
            <a:ext cx="3566160" cy="621792"/>
          </a:xfrm>
          <a:prstGeom prst="rect">
            <a:avLst/>
          </a:prstGeom>
          <a:solidFill>
            <a:srgbClr val="F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79" y="3584448"/>
            <a:ext cx="32918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74634"/>
                </a:solidFill>
              </a:rPr>
              <a:t>제한적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97680"/>
            <a:ext cx="54864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251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단순 뷰 예제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690872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782312"/>
            <a:ext cx="52120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VIEW empvu80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 last_name, salary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80;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97680"/>
            <a:ext cx="54864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3251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복합 뷰 예제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690872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782312"/>
            <a:ext cx="52120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dept_sum_vu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(name, minsal, maxsal, avgsal)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d.department_name,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MIN(e.salary), MAX(e.salary), AVG(e.salary)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 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JOIN   departments d USING (department_id)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GROUP BY d.department_name;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CREATE VIEW 구문 &amp; 옵션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VIEW 전체 구문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16128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1133855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[OR REPLACE] [FORCE|NOFORCE] VIEW view_name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[(alias [, alias]...)]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subquery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[WITH CHECK OPTION [CONSTRAINT constraint_name]]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[WITH READ ONLY [CONSTRAINT constraint_name]];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2666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주요 옵션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10712"/>
            <a:ext cx="116128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410712"/>
            <a:ext cx="1371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65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OR REPLACE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46557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이미 존재하는 뷰를 DROP 없이 재정의 — 기존 권한 유지됨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22776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22776"/>
            <a:ext cx="1371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77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77639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기반 테이블 없이도 뷰 생성 (INVALID 상태로 저장)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116128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13716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48970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NOFORCE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489703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기반 테이블이 있어야만 생성 (기본값)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46904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946904"/>
            <a:ext cx="13716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01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alias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00176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서브쿼리 열에 별칭 지정 — 뷰 이름 뒤 괄호 또는 서브쿼리 내 지정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458968"/>
            <a:ext cx="116128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458968"/>
            <a:ext cx="13716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513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WITH CHECK 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551383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뷰 WHERE 조건을 벗어나는 DML 차단 — '사라지는 행' 방지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71032"/>
            <a:ext cx="11612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971032"/>
            <a:ext cx="13716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258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WITH READ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02589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뷰를 통한 모든 DML(INSERT/UPDATE/DELETE) 완전 차단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뷰 생성 예제 &amp; 열 별칭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기본 뷰 생성 &amp; 구조 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부서 80번 직원 뷰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VIEW empvu80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 last_name, salary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80;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구조 확인 (SQL*Plus)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DESCRIBE empvu80;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뷰에서 데이터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empvu80;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486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 별칭 방법 ①: 서브쿼리 내 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60520"/>
            <a:ext cx="5486400" cy="20299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251959"/>
            <a:ext cx="5212080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VIEW salvu50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  ID_NUMBER,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last_name    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salary * 12  ANN_SALARY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50;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ID_NUMBER, NAME, ANN_SALARY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salvu50;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뷰 수정: CREATE OR REPLACE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66928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539496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기존 empvu80를 수정 (열 추가·별칭 변경)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empvu80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(id_number, name, sal, 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first_name || ' ' || last_name,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salary,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department_id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80;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66928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 별칭 방법 ②: 뷰 이름 뒤 지정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60520"/>
            <a:ext cx="5669280" cy="20299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51959"/>
            <a:ext cx="5394960" cy="1847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이름 뒤 괄호에 별칭 목록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(서브쿼리 열 순서와 동일해야 함)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VIEW emp_dept50_vu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(EMP_ID, NAME, MONTHLY_SAL, START_DATE)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 last_name,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salary, hire_date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50;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복합 뷰 &amp; USER_VIEWS 딕셔너리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복합 뷰 — 그룹 함수 + JOIN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3246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3063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부서별 급여 통계 뷰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dept_sum_vu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(name, minsal, maxsal, avgsal)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  d.department_name,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MIN(e.salary),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MAX(e.salary),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  AVG(e.salary)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  employees   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JOIN     departments 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USING    (department_id)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GROUP BY d.department_name;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조회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name, TO_CHAR(avgsal,'$99,999') avg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dept_sum_vu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avgsal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USER_VIEWS 딕셔너리 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66928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94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현재 사용자 뷰 목록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view_name FROM user_views;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특정 뷰의 서브쿼리 텍스트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text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user_views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view_name = 'EMPVU80';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구조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DESCRIBE empvu80;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56432"/>
            <a:ext cx="56692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83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USER_VIEWS 주요 컬럼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669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1371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953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VIEW_NAME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8953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뷰 이름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5254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352544"/>
            <a:ext cx="1371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4074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407407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뷰를 정의한 서브쿼리 텍스트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64608"/>
            <a:ext cx="5669280" cy="47548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64608"/>
            <a:ext cx="1371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919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TEXT_LENGTH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19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서브쿼리 텍스트 길이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376672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376672"/>
            <a:ext cx="13716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4315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2"/>
                </a:solidFill>
              </a:rPr>
              <a:t>READ_ONLY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4315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읽기 전용 여부 (Y/N)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00600"/>
            <a:ext cx="54864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280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복합 뷰 DML 불가 이유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212080"/>
            <a:ext cx="5486400" cy="40233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212080"/>
            <a:ext cx="109728" cy="40233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2669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집계 함수 (MIN/MAX/AVG) 포함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50992"/>
            <a:ext cx="54864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650992"/>
            <a:ext cx="109728" cy="40233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05855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GROUP BY 절 포함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6089904"/>
            <a:ext cx="5486400" cy="40233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6089904"/>
            <a:ext cx="109728" cy="402336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447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→ INSERT/UPDATE/DELETE 전체 불가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뷰를 통한 DML 제한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379476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DELETE 불가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50876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그룹 함수 (MIN, MAX, AVG 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0312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GROUP BY 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69748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DISTINCT 키워드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91840"/>
            <a:ext cx="13716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ROWNUM 의사열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1051560"/>
            <a:ext cx="379476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0789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UPDATE 불가 조건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150876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150876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그룹 함수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210312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210312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GROUP BY 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269748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59" y="269748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DISTINCT 키워드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29184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329184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ROWNUM 의사열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59" y="388620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59" y="3886200"/>
            <a:ext cx="13716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39776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표현식 열 (salary*12 등)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051560"/>
            <a:ext cx="379476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0789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INSERT 불가 조건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50876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150876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그룹 함수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10312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210312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GROUP BY 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69748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269748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DISTINCT 키워드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29184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29184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ROWNUM 의사열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3886200"/>
            <a:ext cx="3794760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600" y="388620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39776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표현식 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4480560"/>
            <a:ext cx="37947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29600" y="4480560"/>
            <a:ext cx="137160" cy="54864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NOT NULL 열이 뷰에 없고 기본값 없음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577840"/>
            <a:ext cx="116128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6052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DML 가능한 경우 (단순 뷰)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0167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1개 테이블 기반  •  함수·그룹·DISTINCT·ROWNUM 없음  •  표현식 없는 실제 열만 포함  •  기반 테이블의 모든 NOT NULL 열이 뷰에 포함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CHECK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WITHOUT CHECK OPTION — 사라지는 행 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VIEW empvu20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* FROM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20;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department_id = 30으로 삽입 시도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INSERT INTO empvu20 (..., 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VALUES (..., 30);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결과: 삽입 성공!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재조회 → department_id=30 행 안 보임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기반 테이블에는 존재 (사라지는 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22191"/>
            <a:ext cx="54864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49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문제: 뷰 범위를 벗어난 데이터가 삽입됨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뷰: WHERE department_id = 20
• 삽입: department_id = 30
• 결과: 기반 테이블에는 저장되지만 뷰에서는 보이지 않음
• 이것이 '사라지는 행(Disappearing Rows)' 현상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CHECK OPTION — 해결책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669280" cy="2606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539496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empvu20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*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20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WITH CHECK OPTION CONSTRAINT empvu20_ck;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department_id = 30으로 삽입 시도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INSERT INTO empvu20 (..., 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VALUES (..., 30);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결과: ORA-01402 오류 발생!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view WITH CHECK OPTION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     where-clause violation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33087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CHECK OPTION 동작 원리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53712"/>
            <a:ext cx="566928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553712"/>
            <a:ext cx="1371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60857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INSERT/UPDATE 시 뷰의 WHERE 조건 검사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029200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1371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84064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조건 불만족 → ORA-01402 오류 발생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504688"/>
            <a:ext cx="5669280" cy="43891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5504688"/>
            <a:ext cx="1371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5595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CONSTRAINT 이름 지정으로 오류 식별 용이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980176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980176"/>
            <a:ext cx="1371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603504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조건 만족하는 DML만 기반 테이블에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READ ONLY — DML 완전 차단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WITH READ ONLY 뷰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empvu10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(employee_number, employee_name, job_title)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 last_name, job_id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10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WITH READ ONLY;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SELECT는 정상 작동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empvu10;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DML 시도 → 오류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DELETE FROM empvu10 WHERE employee_number = 200;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ORA-42399: cannot perform a DML operation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           on a read-only 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72000"/>
            <a:ext cx="548640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 OPTION vs READ ONLY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001768"/>
            <a:ext cx="132588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50200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5001768"/>
            <a:ext cx="196596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50200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CHECK OPTION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5001768"/>
            <a:ext cx="1965960" cy="32918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50200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READ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58384"/>
            <a:ext cx="132588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53766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허용 DML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5358384"/>
            <a:ext cx="196596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5376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조건 만족 행만 허용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5358384"/>
            <a:ext cx="196596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5376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완전 차단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705856"/>
            <a:ext cx="13258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57241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SELECT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5705856"/>
            <a:ext cx="19659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5724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가능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94760" y="5705856"/>
            <a:ext cx="19659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5724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053328"/>
            <a:ext cx="132588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6071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사용 목적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6053328"/>
            <a:ext cx="196596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3080" y="60716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조건 강제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6053328"/>
            <a:ext cx="1965960" cy="310896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60716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332"/>
                </a:solidFill>
              </a:rPr>
              <a:t>보고용 뷰 보호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WITH READ ONLY 적용 시나리오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463040"/>
            <a:ext cx="5669280" cy="1051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46304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1554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보고서 전용 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1993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임원 보고서, 분석용 쿼리에 사용되는 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606040"/>
            <a:ext cx="5669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260604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2697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외부 접근 제한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136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외부 사용자가 데이터 변경 불가한 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749039"/>
            <a:ext cx="5669280" cy="1051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3749039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8404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민감 데이터 노출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279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급여 등 민감 데이터를 보여주되 변경 불가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892040"/>
            <a:ext cx="5669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489204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983479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규정 준수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422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감사 대상 데이터를 읽기 전용으로 공개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5577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32"/>
                </a:solidFill>
              </a:rPr>
              <a:t>USER_VIEWS.READ_ONLY = 'Y' ← WITH READ ONLY 생성 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뷰 삭제 &amp; INVALID 상태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48640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DROP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21208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삭제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VIEW empvu80;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자신의 뷰: 자동 권한 보유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다른 사용자 뷰: DROP ANY VIEW 권한 필요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삭제 전 존재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view_name FROM user_views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view_name = 'EMPVU80';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삭제 후 확인 → no rows selected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VIEW empvu80;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view_name FROM user_views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view_name = 'EMPVU80';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69663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뷰는 데이터를 저장하지 않으므로 DROP해도 기반 테이블·데이터 무영향
• 뷰 삭제 = 딕셔너리에서 서브쿼리 정의만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뷰 INVALID 상태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66928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54480"/>
            <a:ext cx="5394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기반 테이블 DROP 시 뷰는 INVALID 상태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DROP TABLE departments;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STATUS 확인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status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object_type = 'VIEW';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EMP_DEPT_VU  INVALID  ← !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뷰 조회 시도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emp_dept_vu;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ORA-04063: view "HR.EMP_DEPT_VU" has errors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05072"/>
            <a:ext cx="566928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0325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INVALID 뷰 복구 방법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416552"/>
            <a:ext cx="5669280" cy="6126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416552"/>
            <a:ext cx="457200" cy="6126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4507992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4622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기반 테이블/뷰 재생성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76402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332"/>
                </a:solidFill>
              </a:rPr>
              <a:t>DROP된 테이블을 동일 구조로 재생성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074920"/>
            <a:ext cx="56692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457200" cy="6126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5166359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5120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뷰 재컴파일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54223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332"/>
                </a:solidFill>
              </a:rPr>
              <a:t>ALTER VIEW 뷰명 COMPILE;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733288"/>
            <a:ext cx="5669280" cy="6126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733288"/>
            <a:ext cx="457200" cy="6126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5824727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577900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STATUS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6080759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2332"/>
                </a:solidFill>
              </a:rPr>
              <a:t>USER_OBJECTS에서 VALID 여부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실전 활용 — 단순 뷰 DML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읽기 전용 보고서 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577840" cy="4846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emp_report_vu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e.employee_id,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e.first_name || ' ' || e.last_name full_name,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d.department_name,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j.job_title,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e.salary * 12 annual_salary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   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JOIN   departments d USING (department_id)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JOIN   jobs        j USING (job_id)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e.salary * 12 &gt;= 50000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WITH READ ONLY;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* FROM emp_report_vu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department_name;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078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CHECK OPTION 데이터 무결성 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577840" cy="4846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CREATE OR REPLACE VIEW dept80_vu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AS SELECT employee_id, last_name, salary,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      department_id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FROM   employees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WHERE  department_id = 80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WITH CHECK OPTION CONSTRAINT dept80_ck;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정상 DML (department_id = 80)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UPDATE dept80_vu SET salary = salary * 1.05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employee_id = 145;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오류 DML (department_id = 90)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INSERT INTO dept80_vu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    (..., department_id) VALUES (..., 90);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-- ORA-01402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딕셔너리 통합 조회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14: 뷰(View)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5778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현재 사용자 뷰 전체 목록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5448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view_name, read_only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user_views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view_name;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1064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특정 뷰의 서브쿼리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63039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text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user_views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view_name = 'EMP_DETAILS_VIEW';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557784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581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뷰 STATUS 확인 (VALID/INVALID)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20624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object_name, status, last_ddl_time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user_objects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object_type = 'VIEW'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status, object_name;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55778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758183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뷰의 열 정보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57784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40"/>
            <a:ext cx="530352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SELECT column_name, data_type, nullable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FROM   user_tab_columns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WHERE  table_name = 'EMPVU80'</a:t>
            </a:r>
          </a:p>
          <a:p>
            <a:pPr algn="l"/>
            <a:r>
              <a:rPr sz="1100">
                <a:solidFill>
                  <a:srgbClr val="50FA7B"/>
                </a:solidFill>
                <a:latin typeface="Consolas"/>
              </a:rPr>
              <a:t>ORDER BY column_id;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Chapter 14 단원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82880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뷰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테이블의 논리적 표현, 데이터 저장 없음, 딕셔너리에 서브쿼리 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8288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단순 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1개 테이블, 함수·그룹 없음, DML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8288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복합 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여러 테이블·집계·GROUP BY 가능, DML 제한적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1460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14600"/>
            <a:ext cx="182880" cy="10515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2606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3A91"/>
                </a:solidFill>
              </a:rPr>
              <a:t>CREATE OR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기존 뷰 권한 유지하며 재정의, DROP 없이 수정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182880" cy="10515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DML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그룹함수·GROUP BY·DISTINCT·ROWNUM·표현식 열 포함 시 DML 불가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03320"/>
            <a:ext cx="557784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03320"/>
            <a:ext cx="18288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379475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WITH CHECK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뷰 WHERE 조건 이탈 DML 차단 — '사라지는 행' 방지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92040"/>
            <a:ext cx="11247120" cy="1051560"/>
          </a:xfrm>
          <a:prstGeom prst="rect">
            <a:avLst/>
          </a:prstGeom>
          <a:solidFill>
            <a:srgbClr val="2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182880" cy="105156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83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WITH READ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모든 DML 완전 차단, SELECT만 허용 — 보고용 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다음 장: Chapter 15 — 스키마 객체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