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2788920"/>
            <a:ext cx="1182319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  <a:latin typeface="Calibri"/>
              </a:rPr>
              <a:t>Chapter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서브쿼리를 활용한
쿼리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  <a:latin typeface="Calibri"/>
              </a:rPr>
              <a:t>Oracle Database 19c: SQL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Calibri"/>
              </a:rPr>
              <a:t>Using Subqueries to Solve Queries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17373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단일행 서브쿼리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4846320"/>
            <a:ext cx="17373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다중행 서브쿼리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846320"/>
            <a:ext cx="17373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다중열 서브쿼리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846320"/>
            <a:ext cx="17373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인라인 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846320"/>
            <a:ext cx="17373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NOT IN+NULL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4846320"/>
            <a:ext cx="17373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중첩 서브쿼리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8  |  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8: 서브쿼리를 활용한 쿼리 작성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11640312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051560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051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서브쿼리의 개념을 정의하고 메인 쿼리와의 실행 순서를 설명할 수 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47088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470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1847088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8470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서브쿼리가 해결할 수 있는 문제 유형을 설명할 수 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42615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42615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642615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642615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단일행 서브쿼리를 단일행 연산자(=, &gt;, &lt; 등)와 함께 작성할 수 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38144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3814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438144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43814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다중행 서브쿼리를 IN, ANY, ALL 연산자와 함께 작성할 수 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33672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3367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233672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2336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다중열 서브쿼리로 여러 열의 값을 동시에 비교할 수 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029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5029200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029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NOT IN + NULL 문제를 인식하고 IS NOT NULL 필터로 해결할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서브쿼리란? — 개요 및 사용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8  |  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8: 서브쿼리를 활용한 쿼리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서브쿼리(Subquery): 다른 SELECT 문(메인 쿼리) 안에 포함된 SELECT 문. 내부 쿼리(Inner Query)라고도 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서브쿼리가 필요한 상황 예시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1164031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00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질문: 「Davies보다 나중에 입사한 사원을 모두 조회하라」
→ Davies의 입사일을 모른다 → 먼저 Davies의 입사일을 조회한 후, 그 날짜 이후 입사자를 찾아야 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0604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서브쿼리 구문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71800"/>
            <a:ext cx="11640312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06324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select_list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table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expr operator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(SELECT select_list     ← 서브쿼리(내부 쿼리) — 먼저 실행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FROM   table);         ← 결과가 메인 쿼리 조건에 사용됨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43484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34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예제: Davies보다 나중에 입사한 사원 조회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00600"/>
            <a:ext cx="11640312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892040"/>
            <a:ext cx="113659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last_name, hire_date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hire_date &gt; (SELECT hire_date          -- 서브쿼리: Davies의 입사일 조회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   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   WHERE  last_name = 'Davies');  -- 결과: 29-JAN-05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서브쿼리 사용 규칙 &amp;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8  |  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8: 서브쿼리를 활용한 쿼리 작성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사용 규칙 및 지침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4572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188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188720"/>
            <a:ext cx="11091672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서브쿼리는 괄호로 감싼다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91640"/>
            <a:ext cx="4572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691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1691640"/>
            <a:ext cx="11091672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비교 조건의 오른쪽에 배치하는 것이 권장 (양쪽 모두 가능)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94560"/>
            <a:ext cx="4572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194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194560"/>
            <a:ext cx="11091672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194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단일행 서브쿼리에는 단일행 연산자 사용 (=, &gt;, &lt;, &gt;=, &lt;=, &lt;&gt;)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97480"/>
            <a:ext cx="4572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6974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2697480"/>
            <a:ext cx="11091672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697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다중행 서브쿼리에는 다중행 연산자 사용 (IN, ANY, ALL)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29184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291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  <a:latin typeface="Calibri"/>
              </a:rPr>
              <a:t>서브쿼리 유형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274320" y="3657600"/>
          <a:ext cx="1164031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유형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반환 행 수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반환 열 수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사용 연산자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단일행 서브쿼리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1행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1열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=  &gt;  &lt;  &gt;=  &lt;=  &lt;&gt;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다중행 서브쿼리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여러 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1열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IN  ANY 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다중열 서브쿼리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여러 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여러 열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IN (pairwise 비교)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인라인 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여러 행/열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여러 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FROM 절에 위치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단일행 서브쿼리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8  |  5/14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8: 서브쿼리를 활용한 쿼리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단 하나의 행을 반환하는 서브쿼리. =, &gt;, &lt;, &gt;=, &lt;=, &lt;&gt; 연산자와 함께 사용.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88720"/>
          <a:ext cx="4114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연산자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의미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=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같음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&gt;=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 이상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&lt;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 미만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&lt;=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 이하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&lt;&gt;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 같지 않음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663440" y="1188720"/>
            <a:ext cx="725119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1887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1 — 그룹 함수 서브쿼리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554480"/>
            <a:ext cx="7251192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645920"/>
            <a:ext cx="69768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최소 급여를 받는 사원 조회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last_name, job_id, salary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salary = (SELECT MIN(salary)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FROM   employees);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MIN() → 단일 값 반환 → 단일행 서브쿼리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2 — 복합 조건 단일행 서브쿼리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69080"/>
            <a:ext cx="11640312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16052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Taylor와 같은 직무이면서 Taylor보다 급여가 높은 사원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last_name, job_id, salary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job_id  = (SELECT job_id  FROM employees WHERE last_name='Taylor')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AND    salary  &gt; (SELECT salary  FROM employees WHERE last_name='Taylor');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53212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32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예제 3 — HAVING 절 서브쿼리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897880"/>
            <a:ext cx="11640312" cy="731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5989320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  department_id, MIN(salary)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department_id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HAVING   MIN(salary) &gt; (SELECT MIN(salary) FROM employees WHERE department_id = 50);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단일행 서브쿼리 — 오류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8  |  6/14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8: 서브쿼리를 활용한 쿼리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단일행 서브쿼리 사용 시 자주 발생하는 오류 3가지를 반드시 숙지해야 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8288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88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ORA-01427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1887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Calibri"/>
              </a:rPr>
              <a:t>단일행 연산자 + 다중행 서브쿼리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45920"/>
            <a:ext cx="868680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last_name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salary = (SELECT   MIN(salary)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FROM  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GROUP BY department_id);  -- 여러 행 반환!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645920"/>
            <a:ext cx="2816352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8288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해결 방법:
= 을 IN 으로 변경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40480"/>
            <a:ext cx="18288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40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0행 반환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84048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Calibri"/>
              </a:rPr>
              <a:t>서브쿼리 결과가 없음 (오류 아님)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97680"/>
            <a:ext cx="868680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38912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last_name,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job_id = (SELECT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FROM   jobs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WHERE  job_title = 'Architect');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'Architect' 없음 → 서브쿼리 0행 → 메인 쿼리도 0행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4297680"/>
            <a:ext cx="2816352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44805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해결 방법:
비즈니스 로직 재확인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오류 3: NOT IN + NULL — 서브쿼리 결과에 NULL 포함 시 항상 0행 반환 → 반드시 IS NOT NULL 필터 추가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다중행 서브쿼리 — IN / ANY /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8  |  7/14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8: 서브쿼리를 활용한 쿼리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여러 행을 반환하는 서브쿼리. 반드시 다중행 연산자(IN, ANY, ALL)와 함께 사용한다.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88720"/>
          <a:ext cx="116403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연산자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의미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동등 표현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IN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목록의 임의 값과 같음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= ANY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&lt; 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하나라도 크면 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&lt; MAX(서브쿼리)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&gt; ANY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하나라도 작으면 OK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&gt; MIN(서브쿼리)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= 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하나라도 같으면 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IN (...)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&lt; ALL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모두보다 작아야 OK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&lt; MIN(서브쿼리)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&gt;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모두보다 커야 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&gt; MAX(서브쿼리)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&lt;&gt; ALL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모두와 달라야 OK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NOT IN (...)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4297680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&lt; ANY 예제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63440"/>
            <a:ext cx="5577840" cy="1965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754879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IT_PROG 중 어느 한 명보다 낮은 급여 사원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IT_PROG 급여: 9000,6000,4800,4800,4200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&lt; ANY = &lt; 9000 (MAX)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last_name, salary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salary &lt; ANY (SELECT salary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    WHERE  job_id='IT_PROG')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AND    job_id &lt;&gt; 'IT_PROG';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297680"/>
            <a:ext cx="560527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&lt; ALL 예제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663440"/>
            <a:ext cx="5605272" cy="1965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754879"/>
            <a:ext cx="53309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IT_PROG 모든 사원보다 낮은 급여 사원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&lt; ALL = &lt; 4200 (MIN)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last_name, salary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salary &lt; ALL (SELECT salary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    WHERE  job_id='IT_PROG')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AND    job_id &lt;&gt; 'IT_PROG';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NOT IN + NULL — 반드시 주의!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8  |  8/14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8: 서브쿼리를 활용한 쿼리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  <a:latin typeface="Calibri"/>
              </a:rPr>
              <a:t>NOT IN 서브쿼리 결과에 NULL이 하나라도 포함되면 메인 쿼리는 아무 행도 반환하지 않는다.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잘못된 쿼리 — 0행 반환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5577840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4592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관리자가 아닌 사원 조회 (의도)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emp.last_name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emp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emp.employee_id NOT IN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(SELECT mgr.manager_id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FROM   employees mgr);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⚠ manager_id에 NULL 포함(King)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→ NOT IN 조건이 모두 FALSE → 0행!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60527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올바른 쿼리 — IS NOT NULL 추가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5605272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45920"/>
            <a:ext cx="53309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IS NOT NULL 필터 추가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emp.last_name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emp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emp.employee_id NOT IN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(SELECT mgr.manager_id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FROM   employees mgr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WHERE  mgr.manager_id IS NOT NULL);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NULL 제외 후 NOT IN → 정상 결과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6908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왜 0행이 되는가? — NULL과의 비교는 UNKNOWN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34840"/>
            <a:ext cx="1164031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Oracle에서 NULL과의 모든 비교는 UNKNOWN(TRUE도 FALSE도 아님)을 반환한다.
NOT IN 내부적으로:
  employee_id NOT IN (101, 102, NULL) 
  = employee_id &lt;&gt; 101 AND employee_id &lt;&gt; 102 AND employee_id &lt;&gt; NULL
  = TRUE         AND TRUE         AND UNKNOWN
  = UNKNOWN  → WHERE 조건이 FALSE로 처리 → 행 제외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다중열 서브쿼리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8  |  9/14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8: 서브쿼리를 활용한 쿼리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서브쿼리가 여러 열을 반환하고, 메인 쿼리에서 여러 열을 동시에(쌍으로) 비교한다.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구문 (Syntax)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11640312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4592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column, column, ...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table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(column1, column2, ...) IN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(SELECT column1, column2, ...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FROM   table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WHERE  condition);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— 각 부서에서 최소 급여를 받는 사원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83280"/>
            <a:ext cx="11640312" cy="2834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474720"/>
            <a:ext cx="1136599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(salary, department_id) 쌍이 각 부서 최솟값 쌍과 일치하는 행 반환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first_name, department_id, salary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(salary, department_id) IN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(SELECT MIN(salary), department_id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GROUP BY department_id)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department_id;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 예시: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Jennifer | 10 | 4400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Pat      | 20 | 6000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Den      | 30 | 2500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309360"/>
            <a:ext cx="11640312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장점: 부서별로 별도의 서브쿼리 없이 하나의 다중열 서브쿼리로 처리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인라인 뷰 (Inline View) — FROM 절 서브쿼리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8  |  10/14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8: 서브쿼리를 활용한 쿼리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FROM 절에 서브쿼리를 사용하면 가상 테이블(인라인 뷰)처럼 동작한다. 반드시 별칭(alias)을 부여해야 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1 — 부서별 평균 급여가 8,000 이상인 부서 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11640312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45920"/>
            <a:ext cx="1136599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department_id, avg_salary, emp_count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(SELECT department_id,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ROUND(AVG(salary), 2) AS avg_salary,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COUNT(*)             AS emp_count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GROUP BY department_id) dept_stats   -- 별칭 필수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avg_salary &gt;= 8000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avg_salary DESC;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2 — 부서 평균보다 급여가 높은 사원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11640312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206240"/>
            <a:ext cx="1136599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e.last_name, e.salary, d.dept_avg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(SELECT department_id,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ROUND(AVG(salary), 2) AS dept_avg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GROUP BY department_id) 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ON     (e.department_id = d.department_id)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e.salary &gt; d.dept_avg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e.salary DESC;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309360"/>
            <a:ext cx="11640312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인라인 뷰 활용: GROUP BY로 집계한 결과를 마치 테이블처럼 JOIN하거나 WHERE로 필터링할 수 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중첩 서브쿼리 (Nested Subquery)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8  |  11/14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8: 서브쿼리를 활용한 쿼리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서브쿼리 안에 또 다른 서브쿼리를 포함할 수 있다. 가장 안쪽부터 순서대로 실행된다.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— Seattle에 있는 부서의 사원 조회 (3단계 중첩)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11640312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45920"/>
            <a:ext cx="1136599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last_name, salary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department_id IN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(SELECT department_id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FROM  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WHERE  location_id =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(SELECT location_id      -- ③ 가장 안쪽 실행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FROM   locations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WHERE  city = 'Seattle'));  -- 결과: 1700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처리 단계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1097280" cy="6126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206240"/>
            <a:ext cx="10972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단계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206240"/>
            <a:ext cx="6858000" cy="6126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206240"/>
            <a:ext cx="6675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SELECT location_id FROM locations WHERE city='Seattle'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206240"/>
            <a:ext cx="3502152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206240"/>
            <a:ext cx="32918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결과: 1700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001768"/>
            <a:ext cx="1097280" cy="6126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5001768"/>
            <a:ext cx="10972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단계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5001768"/>
            <a:ext cx="6858000" cy="6126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001768"/>
            <a:ext cx="6675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SELECT department_id FROM departments WHERE location_id=1700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5001768"/>
            <a:ext cx="3502152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5001768"/>
            <a:ext cx="32918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결과: 10, 30, 90, 100, 110 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797296"/>
            <a:ext cx="1097280" cy="61264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797296"/>
            <a:ext cx="10972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단계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5797296"/>
            <a:ext cx="6858000" cy="6126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5797296"/>
            <a:ext cx="6675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메인: SELECT last_name, salary WHERE department_id IN (10, 30, 90, ...)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5797296"/>
            <a:ext cx="3502152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5797296"/>
            <a:ext cx="32918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Seattle 부서 사원 목록 반환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스칼라 서브쿼리 (SELECT 절 서브쿼리)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8  |  12/14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8: 서브쿼리를 활용한 쿼리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SELECT 절에 서브쿼리를 사용하면 각 행마다 독립적으로 실행하여 단일 값을 반환한다 (상관 서브쿼리).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— 각 사원의 부서 평균 급여를 함께 출력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11640312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45920"/>
            <a:ext cx="113659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salary,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(SELECT ROUND(AVG(salary), 2)      -- 스칼라 서브쿼리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FROM   employees e2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WHERE  e2.department_id = e1.department_id) AS dept_avg  -- 외부 쿼리 참조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e1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salary DESC;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7472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상관 서브쿼리 (Correlated Subquery) — 외부 쿼리의 값을 참조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40480"/>
            <a:ext cx="1164031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• 외부 쿼리(메인 쿼리)의 값(e1.department_id)을 내부 쿼리에서 참조
• 외부 쿼리의 각 행마다 서브쿼리가 독립적으로 실행됨
• 행 수가 많을수록 성능에 영향 → 인라인 뷰 또는 분석 함수(OVER)로 대체 고려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0352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서브쿼리 위치 정리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5669280"/>
          <a:ext cx="116403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위치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명칭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특징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WHERE 절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일반 서브쿼리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가장 일반적, 단일/다중행/열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HAVING 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HAVING 서브쿼리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그룹 함수 조건에 활용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FROM 절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인라인 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가상 테이블, 별칭 필수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SELECT 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스칼라 서브쿼리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각 행마다 실행, 단일 값 반환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실전 종합 예제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8  |  13/14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8: 서브쿼리를 활용한 쿼리 작성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① 부서별 최소 급여 사원 (다중열)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11640312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34440"/>
            <a:ext cx="11365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first_name, department_id, salary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(salary, department_id) IN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(SELECT MIN(salary), department_id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FROM   employees GROUP BY department_id)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department_id;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② 부서 평균보다 높은 급여 사원 (인라인 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11640312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200400"/>
            <a:ext cx="11365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e.last_name, e.salary, d.dept_avg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(SELECT department_id, ROUND(AVG(salary)) AS dept_avg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FROM   employees GROUP BY department_id) 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ON     (e.department_id = d.department_id)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e.salary &gt; d.dept_avg ORDER BY e.salary DESC;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09159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0915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③ 관리자가 아닌 사원 (NOT IN + NULL 처리)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074920"/>
            <a:ext cx="11640312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5166359"/>
            <a:ext cx="11365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last_name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employee_id NOT IN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(SELECT manager_id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WHERE  manager_id IS NOT NULL)  -- NULL 필터 필수!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last_name;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Chapter 8 단원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2860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서브쿼리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00584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메인 쿼리 내 포함된 SELECT — 내부 쿼리가 먼저 실행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22860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단일행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0020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1행 반환, = &gt; &lt; &gt;= &lt;= &lt;&gt; 사용, 그룹 함수 활용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2860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HAVING+서브쿼리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19456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그룹 함수 조건에 서브쿼리 결과 활용 가능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22860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78892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= ANY와 동일, 다중행 목록 비교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22860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&lt; 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38328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&lt; MAX(서브쿼리), 하나라도 크면 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22860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&lt; 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977639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&lt; MIN(서브쿼리), 모두보다 작아야 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22860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다중열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57200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(col1, col2) IN (서브쿼리) — 쌍으로 비교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22860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1663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인라인 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16636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FROM 절 서브쿼리 = 가상 테이블, 별칭 필수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22860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NOT IN+NULL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76072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결과에 NULL 있으면 0행 — IS NOT NULL 필터 추가 필수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Oracle Database 19c  |  Chapter 8: 서브쿼리를 활용한 쿼리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