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제ch08은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제ch08</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2,795 |  3,058 | 근접 (비율 약 0.91배) |</a:t>
            </a:r>
          </a:p>
          <a:p>
            <a:r>
              <a:rPr sz="1250" b="0">
                <a:solidFill>
                  <a:srgbClr val="E6E6E6"/>
                </a:solidFill>
                <a:latin typeface="Consolas"/>
              </a:rPr>
              <a:t>| hosp_id=500 (일반) |    280 |    177 | 근접 (비율 약 1.58배)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ch09과의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ch09의 조인 실행 원리를 함께 놓고 설명하면, 통계 문제와 조인 문제가 별개가 아니라 하나의 사슬이라는 점이 드러난다.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2,958 |  3,058 | 근접 (비율 약 0.97배)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2,958 — 원래 베이스라인은 2,795</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2,795 |                280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2,958 |                158 | 다시 다름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ch08_문제.md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ch09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ch03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