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Chapter 7과의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Chapter 7의 조인 실행 원리를 함께 놓고 설명하면, 통계 문제와 조인 문제가 별개가 아니라 하나의 사슬이라는 점이 드러난다.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SQL튜닝_Ch13_문제.md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Chapter 7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Chapter 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