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제ch18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4.2  초기 인스턴스 구성 — 무엇을 처음에 정하는가</a:t>
            </a:r>
          </a:p>
          <a:p>
            <a:pPr algn="l">
              <a:spcAft>
                <a:spcPts val="700"/>
              </a:spcAft>
            </a:pPr>
            <a:r>
              <a:rPr sz="1600" b="0">
                <a:solidFill>
                  <a:srgbClr val="222222"/>
                </a:solidFill>
                <a:latin typeface="맑은 고딕"/>
                <a:ea typeface="맑은 고딕"/>
                <a:cs typeface="맑은 고딕"/>
              </a:rPr>
              <a:t>•  4.3  성능에 영향을 주는 초기화 파라미터</a:t>
            </a:r>
          </a:p>
          <a:p>
            <a:pPr algn="l">
              <a:spcAft>
                <a:spcPts val="700"/>
              </a:spcAft>
            </a:pPr>
            <a:r>
              <a:rPr sz="1600" b="0">
                <a:solidFill>
                  <a:srgbClr val="222222"/>
                </a:solidFill>
                <a:latin typeface="맑은 고딕"/>
                <a:ea typeface="맑은 고딕"/>
                <a:cs typeface="맑은 고딕"/>
              </a:rPr>
              <a:t>•  4.4  Undo 보존과 ORA-01555 — 읽기 일관성의 값</a:t>
            </a:r>
          </a:p>
          <a:p>
            <a:pPr algn="l">
              <a:spcAft>
                <a:spcPts val="700"/>
              </a:spcAft>
            </a:pPr>
            <a:r>
              <a:rPr sz="1600" b="0">
                <a:solidFill>
                  <a:srgbClr val="222222"/>
                </a:solidFill>
                <a:latin typeface="맑은 고딕"/>
                <a:ea typeface="맑은 고딕"/>
                <a:cs typeface="맑은 고딕"/>
              </a:rPr>
              <a:t>•  4.5  임시 테이블스페이스와 ORA-01652 — 정렬이 흘러넘칠 때</a:t>
            </a:r>
          </a:p>
          <a:p>
            <a:pPr algn="l">
              <a:spcAft>
                <a:spcPts val="700"/>
              </a:spcAft>
            </a:pPr>
            <a:r>
              <a:rPr sz="1600" b="0">
                <a:solidFill>
                  <a:srgbClr val="222222"/>
                </a:solidFill>
                <a:latin typeface="맑은 고딕"/>
                <a:ea typeface="맑은 고딕"/>
                <a:cs typeface="맑은 고딕"/>
              </a:rPr>
              <a:t>•  4.6  전용 서버와 공유 서버 — 프로세스와 메모리의 선택</a:t>
            </a:r>
          </a:p>
          <a:p>
            <a:pPr algn="l">
              <a:spcAft>
                <a:spcPts val="700"/>
              </a:spcAft>
            </a:pPr>
            <a:r>
              <a:rPr sz="1600" b="0">
                <a:solidFill>
                  <a:srgbClr val="222222"/>
                </a:solidFill>
                <a:latin typeface="맑은 고딕"/>
                <a:ea typeface="맑은 고딕"/>
                <a:cs typeface="맑은 고딕"/>
              </a:rPr>
              <a:t>•  4.7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ch33)</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