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ch31과 ch32에서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ch26~ch30의 진단으로 찾아야 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제ch29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PGA(ch33),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ch26~ch30 진단</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