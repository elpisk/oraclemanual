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ch33으로 넘어간다는 연결도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ch15에서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