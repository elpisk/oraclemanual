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도구는 같은 원천을 층위만 달리해 본다. V$는 실시간 원천, AWR은 그것을 스냅샷으로 떠 SYSAUX에 영구 저장한 요약, ADDM은 그 위에서 두 스냅샷 사이 DB Time을 자동 해석한다. AWR·ADDM이 구간의 평균 병목을 말한다면 ASH는 그 안의 특정 순간·세션을 말한다. 그래서 ADDM은 대개 진단의 출발점이고, 더 좁혀야 할 때 ASH와 V$로 내려간다는 흐름을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ch22에서 봤듯 AWR 보고서는 실측 3,598줄에 이른다. 사람이 매번 정확히 우선순위를 매기기 어렵다. ADDM은 이를 늘 같은 기준으로 빠르게 한다. 단순히 높은 값을 보여 주는 것이 아니라 증상에서 근본 원인으로 인과를 세우고, 문제가 아닌 영역까지 알려 줘 엉뚱한 곳을 파는 것을 막는다. 다만 AWR 데이터에 기반하므로 스냅샷이 놓친 짧은 스파이크는 못 본다 — 그때가 ASH의 자리다.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ADDM은 스냅샷이 생성될 때마다 직전 두 스냅샷 구간을 자동 분석해 저장한다. 그래서 성능 문제 진단의 첫 단계는 새 태스크를 만드는 것이 아니라 이미 만들어진 자동 결과부터 보는 것이다. 더 긴 구간이나 다른 설정이 필요할 때만 수동 실행한다. 분석은 top-down으로 증상에서 근본 원인까지 좁히고, 결과를 영향도(DB Time 비중) 순으로 정렬한다는 점을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ADDM 동작은 두 파라미터가 통제한다. CONTROL_MANAGEMENT_PACK_ACCESS는 DIAGNOSTIC 또는 DIAGNOSTIC+TUNING이어야 하고 NONE이면 꺼진다. STATISTICS_LEVEL은 TYPICAL/ALL이어야 하고 BASIC이면 ADDM 포함 많은 기능이 꺼진다. 결과가 비어 있을 때 가장 먼저 볼 곳이 이 두 값이다. 또 DBMS_ADDM API를 직접 호출하려면 ADVISOR 권한이 필요하다는 점도 함께 언급한다.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모든 Finding은 이 네 유형 중 하나다. 이 구분을 놓치면 증상을 원인으로 착각한다. 실측에서 "Hard Parse"는 SYMPTOM, "Hard Parse Due to Literal Usage"는 PROBLEM으로 잡혔다. 앞은 드러난 현상(하드 파싱이 많다), 뒤는 근본 원인(리터럴 때문에 커서가 안 공유된다)이다. 조치는 반드시 PROBLEM 쪽에 한다는 것을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영향도는 그 Finding이 유발한 DB Time 비중을, 이득은 권고 구현 시 절약될 DB Time 비중을 추정한다. 핵심은 이득이 Finding 영향도가 아니라 전체 DB Time 기준이라는 점이다. 총 574초에서 Top SQL 영향도 60.78%는 약 349초로 실측 impact 348.72초와 일치한다. 이득이 전체 기준이어야 영향도 3%짜리의 90% 개선과 60%짜리의 30% 개선을 직접 비교할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권고는 Action과 Rationale로 구성된다. 추정 이득을 얻으려면 한 권고의 Action을 모두 적용해야 한다. Rationale은 왜 그렇게 권고했는지와 구현 정보를 준다. 권고 유형은 하드웨어·DB 구성·스키마·애플리케이션·다른 어드바이저 호출의 다섯이다. 실측 Top SQL 권고의 Action은 특정 SQL_ID에 SQL Tuning Advisor를 돌리라는 것, Rationale은 그 SQL이 5,912회 실행됐고 DB Time 100%를 CPU·I/O에 썼다는 근거였다.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 문제에 여러 원인이 있으면 ADDM은 여러 Problem·Symptom Finding을 낸다. 이들의 영향도는 같은 DB Time 조각을 중복해 셀 수 있어 합이 100%를 넘길 수 있다. 읽기가 많은 시스템에서 I/O로 50%인 SQL과 그 I/O를 유발하는 undersized buffer cache 75%가 같은 시간을 다른 각도로 세는 식이다. 합이 200%라고 계산 오류로 오해하지 말 것, 여러 권고는 대안일 수 있어 전부 적용할 필요는 없다는 점을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진단은 자동 결과 확인에서 시작한다. ADDM은 같은 DB의 임의의 두 AWR 스냅샷을 분석할 수 있는데 두 스냅샷이 purge되지 않아야 하고, 분석 대상 인스턴스는 시작 스냅샷 이전에 기동돼 종료까지 떠 있어야 한다. 실무에서는 특정 두 구간을 특정 설정으로 보고 싶은 경우가 많아 수동 실행이나 addmrpt.sql을 흔히 쓴다. 어느 경로든 결과 저장 위치와 읽는 방식은 같다는 점을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ANALYZE_DB는 태스크 이름(IN OUT), 시작·종료 스냅샷 번호, 선택적 db_id를 받는다. db_id를 생략하면 현재 접속 DB가 대상이다. 실측에서는 스냅샷 295~296 구간에 TUNING_CH9_ADDM_296 태스크를 만들어 실행했다. 보고서는 CLOB이고 80자 라인에 맞춰 포맷되므로, GET_REPORT 출력 전에 LINESIZE를 80으로 맞추는 것이 실무 팁이다.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addmrpt.sql은 최근 스냅샷 목록을 보여 주고 시작·종료를 입력받아 보고서를 만든다. awrrpt.sql의 짝이며 내부적으로 ANALYZE_DB와 GET_REPORT를 부르는 래퍼라 결과는 수동 실행과 같다. RAC에서는 Database·Instance·Partial 세 모드로 동작하지만, 단일 인스턴스 non-CDB 환경에서는 ANALYZE_DB도 그 한 인스턴스만 분석한다. 모드 구분은 인스턴스가 여럿일 때 의미가 생긴다는 개념만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Real-Time ADDM은 스냅샷 주기를 기다릴 수 없는 hang 상황을 위한 것으로, MMON이 3초마다 락·래치 없이 통계를 수집해 조건(High load, CPU bound, 데드락 등)에 걸리면 자동 분석해 AWR에 저장한다(DBA_HIST_REPORTS). DBIO_EXPECTED는 단일 블록 읽기 기대 시간(기본 10ms)으로 ADDM의 I/O 진단 기준이다. 너무 작게 주면 정상 I/O를 과대 진단하므로 하드웨어에 맞춰 한 번 측정해 고정한다.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7세션 100초 종합 부하 구간(스냅샷 295~296)의 총 DB Time은 574초, AAS 5.52다. Summary는 Finding을 영향도 순으로 정렬한다. 1번 Top SQL이 활성 세션 3.35개 분량, 전체의 60.78%로 압도적이고 나머지 셋을 합쳐도 12% 남짓이다. 여기서 첫 판단이 나온다 — 시간을 쓸 곳은 1번이지 4번이 아니다. 정렬 순서가 곧 작업 우선순위라는 점을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가장 큰 Finding이다. SQL_ID 9vmszgd1ft9x0는 ch22 AWR에서 Elapsed 1위였던 바로 그 문장으로, CLAIM_DETAILS 대량 스캔(WL_02)이 만든 집계다. ADDM은 이 SQL에 SQL Tuning Advisor를 돌리라고 권고한다(이득 31.37%). 권고는 "이렇게 고치라"가 아니라 "여기를 더 파라"는 다음 단계 지시다. 여기서 이 과정과 SQL 튜닝 과정의 경계가 드러난다 — 한 문장을 어떻게 고칠지는 SQLT 과정의 영역이다.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보고서 원문에서 세 층 구조가 그대로 보인다. Finding(영향도 60.78%) 아래 Recommendation(이득 31.37%), 그 아래 Action(특정 SQL_ID에 튜닝 어드바이저 실행)과 Rationale(5,912회 실행, 평균 0.032초)이다. Finding 1에는 두 번째 권고도 있어 또 다른 SQL을 이득 29.41%로 겨냥한다. 두 권고 이득의 합 60.78%가 Finding 영향도와 같아, 이 경우 둘은 대안이 아니라 둘 다 처리 대상임을 보여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장에서 개념적으로 가장 중요한 Finding이다. ch22 AWR에서 본 하드 파싱 초당 319회, Library Hit 59% 같은 숫자에 ADDM이 이름을 붙였다 — 리터럴 때문에 SQL이 공유되지 못해 추가 하드 파싱이 난다. WL_01 부하가 자동 진단에 잡힌 자리다. 권고는 바인드 변수, 어렵다면 CURSOR_SHARING=FORCE다. DBA_ADVISOR_FINDINGS에서 Hard Parse는 SYMPTOM, Literal Usage는 PROBLEM으로 나란히 잡혀 조치 대상이 어느 쪽인지 분명하다.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번째 Finding은 잦은 커밋·롤백으로 log file sync가 DB Time을 소비한다는 것이다(21.15초). WL_05 부하이며 ch22 AWR Top Events의 log file sync 21.1초와 같은 대기다. 권고는 커밋 빈도를 줄이거나 로그 I/O를 개선하라는 것이다. 영향도 3.69%로 작으므로 Top SQL을 처리하기 전에 여기 매달릴 이유가 없다. DBA_ADVISOR_FINDINGS에 PROBLEM·SYMPTOM 두 줄로 나타나는 겹침 사례이기도 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스냅샷 295~296 구간을 세 도구가 각자의 언어로 본다. AWR은 숫자의 나열(DB CPU 95.7%, log file sync, 하드 파싱), ADDM은 이름 붙은 진단(Top SQL 60.78% 등), ASH는 순간 샘플 분포(ON CPU 90.7%)다. 도구가 다르다고 사실이 달라지지 않는다. ADDM은 이 관점들을 자동으로 통합해 어디부터 볼지 정해 준다 — 그래서 진단의 출발점이다. 이 일관성이 세 장을 관통하는 교육 포인트다.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텍스트 보고서는 한 번 읽기에 좋지만, 여러 태스크에 걸친 반복 Finding 추적이나 상위 3개만 뽑는 대시보드는 뷰 조회가 낫다. DBA_ADVISOR_FINDINGS가 전체 Finding, DBA_ADDM_FINDINGS가 그 ADDM 부분집합이다. RECOMMENDATIONS는 RANK 순으로 검토하고 BENEFIT로 기대 이득을 본다. 모두 어드바이저 공통 스키마를 따라 다른 어드바이저 결과도 같은 방식으로 조회된다.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실측 조회에서 유형별 판독이 그대로 훈련된다. Hard Parse(SYMPTOM)와 Hard Parse Due to Literal Usage(PROBLEM)가 함께 있고 조치는 PROBLEM에 한다. Commits and Rollbacks가 PROBLEM·SYMPTOM 두 줄로 나오는 것은 같은 문제를 두 각도로 세기 때문이다. impact는 마이크로초라 100만으로 나눠 초로 환산했고, Top SQL 348.72초는 574초의 60.78%와 정확히 맞는다. normal successful completion은 영향도 0의 INFORMATION이다.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ADDM과 관련 뷰는 Diagnostics Pack이 필요하다. 팩이 없으면 ADDM이 자동으로 통합해 주던 것을 V$ 뷰 델타로 손수 재구성한다. Top SQL은 V$SQL 정렬, 하드 파싱은 V$SYSSTAT의 parse count(hard) 델타와 V$LIBRARYCACHE, 커밋 부하는 user commits 델타와 log file sync로 본다. ch20의 Statspack이 구간 보고서의 대안이다. 실습 4·5에서 이 대안 경로를 직접 다룬다는 점을 안내한다.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가장 흔한 실수다. 하위 Finding은 파라미터 하나 바꾸면 되니 손대기 쉽고 뭔가 한 기분을 준다. 그러나 Top SQL이 60.78%인 상황에서 3%짜리를 완벽히 없애도 최대 개선은 3%다(Amdahl). 60%짜리를 절반만 줄여도 30%다. 쉬운 것이 아니라 영향 큰 것부터가 원칙이다. ADDM이 영향도 순으로 정렬해 주는 것이 바로 이 순서를 지키라는 신호다. 이 함정은 상 난이도 오판 판별 문항의 단골 소재다.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권고에서 Action만 읽고 Rationale을 건너뛰면 안 된다. Rationale은 이 권고가 내 업무 맥락에 맞는지 판단할 재료다. 실측 Top SQL 권고의 "5,912회 실행, 평균 0.032초"라는 근거가 있어야 "자주 불려 누적 부하가 크다"는 판단이 서고 튜닝 방향이 갈린다. "인덱스를 추가하라"는 권고도 그 SQL이 중요한지, 인덱스가 다른 DML을 느리게 하지 않는지 스스로 확인해야 한다. ADDM은 재료를 주지만 판단은 대신 안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Hard Parse Finding의 권고는 바인드 변수, 어렵다면 CURSOR_SHARING=FORCE였다. 파라미터 변경이 앱 수정보다 쉽고 상당한 개선을 준다. 그러나 공짜가 아니다 — 리터럴을 강제로 바인드로 치환하면서 히스토그램 기반 카디널리티 추정이 흐트러져 일부 SQL 실행계획이 나빠질 수 있다. ADDM은 이 트레이드오프를 대신 판단해 주지 않는다. 쉬운 권고일수록 부작용을 스스로 검토해야 한다는 것이 요점이다.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권고 채택 전 다섯 가지를 확인한다. 상위 영향도 Finding인가, Rationale을 읽고 내 맥락에 맞는지 봤는가, 부작용은 무엇인가, 조치 전 상태를 캡처했는가, 적용 후 같은 구간을 다시 분석해 영향도가 실제로 줄었는지 확인할 계획이 있는가. 이 순서를 절차로 만들어 두면 권고 맹신을 구조적으로 막을 수 있다. ADDM이 자동화하는 것은 병목 식별까지이고 채택과 검증은 사람의 몫이라는 것으로 마무리한다.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Oracle Database 19c 성능 튜닝 실무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C0392B"/>
                </a:solidFill>
                <a:latin typeface="맑은 고딕"/>
                <a:ea typeface="맑은 고딕"/>
              </a:rPr>
              <a:t>ADDM — 자동 진단 결과 해석</a:t>
            </a:r>
          </a:p>
          <a:p>
            <a:r>
              <a:rPr sz="2000" b="0">
                <a:solidFill>
                  <a:srgbClr val="5A6672"/>
                </a:solidFill>
                <a:latin typeface="맑은 고딕"/>
                <a:ea typeface="맑은 고딕"/>
              </a:rPr>
              <a:t>Automatic Database Diagnostic Monitor — 권고는 가설이지 결론이 아니다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Finding·Recommendation·Rationale 구조 · 영향도 해석 · ADDM 뷰 직접 조회 · 권고 채택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C0392B"/>
                </a:solidFill>
                <a:latin typeface="맑은 고딕"/>
                <a:ea typeface="맑은 고딕"/>
              </a:rPr>
              <a:t>ch24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학습 목표 (Objectives)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ADDM이 AWR 위에서 top-down으로 DB Time을 분해하는 자동 진단자임을 설명한다.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Finding·Recommendation·Rationale 세 층 구조와 Finding의 네 유형을 구분한다.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영향도(Impact)와 이득(Benefit)이 각각 무엇을 재는지 구분한다.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addmrpt.sql / DBMS_ADDM.ANALYZE_DB로 태스크를 실행하고 보고서를 생성한다.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DBA_ADVISOR_*·DBA_ADDM_* 뷰로 Finding을 영향도 순으로 조회한다.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실측 상위 Finding을 ch22 AWR·ch25 ASH의 같은 구간과 연결해 해석한다.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권고 채택 전 영향도·근거·부작용을 검토해 "권고 맹신"을 피한다.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이 장의 구성 (Agenda)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9.2  ADDM이란 무엇인가 — AWR 위에서 도는 자동 진단자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9.3  Finding·Recommendation·Rationale 구조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9.4  ADDM 태스크 실행과 보고서 생성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9.5  실측 ADDM 보고서 판독 — 스냅샷 295~296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9.6  ADDM 뷰 직접 조회와 라이선스 없는 대안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9.7  권고를 그대로 따르면 안 되는 이유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※ ADMIN 31장의 ADDM 개념 소개를 실측 판독·권고 판단으로 확장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9.2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맑은 고딕"/>
                <a:ea typeface="맑은 고딕"/>
              </a:rPr>
              <a:t>ADDM이란 무엇인가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맑은 고딕"/>
                <a:ea typeface="맑은 고딕"/>
              </a:rPr>
              <a:t>•  AWR 스냅샷 위에서 도는 자동 진단자</a:t>
            </a:r>
          </a:p>
          <a:p>
            <a:r>
              <a:rPr sz="1600" b="0">
                <a:solidFill>
                  <a:srgbClr val="FFFFFF"/>
                </a:solidFill>
                <a:latin typeface="맑은 고딕"/>
                <a:ea typeface="맑은 고딕"/>
              </a:rPr>
              <a:t>•  top-down DB Time 분해</a:t>
            </a:r>
          </a:p>
          <a:p>
            <a:r>
              <a:rPr sz="1600" b="0">
                <a:solidFill>
                  <a:srgbClr val="FFFFFF"/>
                </a:solidFill>
                <a:latin typeface="맑은 고딕"/>
                <a:ea typeface="맑은 고딕"/>
              </a:rPr>
              <a:t>•  자동 실행과 켜는 조건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ADDM의 위치 — V$·AWR·ASH와의 관계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경쟁이 아니라 층위가 다른 협력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V$ = 지금 이 순간 원천 / AWR = 스냅샷 요약(SYSAUX 영구)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ADDM = AWR 위 한 겹 — 두 스냅샷 사이 DB Time을 자동 해석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ASH = 활성 세션 1초 샘플링, 짧은 순간 포착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ADDM 출력은 진단의 출발점 → 더 좁힐 때 ASH·V$로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왜 사람이 AWR을 읽는데 ADDM이 필요한가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자동화의 세 가지 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속도·일관성 — 수천 줄 보고서를 늘 같은 기준(DB Time)으로 몇 초 만에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top-down 인과 — "무엇이 높다"가 아니라 증상→근본 원인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비문제 영역까지 알려 줌 — 엉뚱한 곳 파는 것 방지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한계 — AWR 기반이라 짧은 스파이크는 못 봄(→ ch25 ASH)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자동 실행과 분석 구간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스냅샷마다, 직전 두 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AWR 스냅샷 생성 시마다 자동으로 한 번씩 분석·저장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분석 구간 = 직전 두 스냅샷 (기본 60분이면 "지난 한 시간")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진단 첫 단계는 새 태스크가 아니라 자동 결과 확인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top-down — 증상 식별 → 근본 원인으로 좁힘 → 영향도 순 정렬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ADDM을 켜는 두 파라미터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기본으로 켜져 있음 — 값부터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47548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SYS@orcl&gt; SELECT name, value FROM v$parameter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2       WHERE name IN ('control_management_pack_access',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3                      'statistics_level');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NAME                             VALUE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-------------------------------- --------------------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control_management_pack_access   DIAGNOSTIC+TUNING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statistics_level                 TYPICAL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9.3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맑은 고딕"/>
                <a:ea typeface="맑은 고딕"/>
              </a:rPr>
              <a:t>Finding·Recommendation·Rationale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맑은 고딕"/>
                <a:ea typeface="맑은 고딕"/>
              </a:rPr>
              <a:t>•  무엇이 문제 / 어떻게 / 왜</a:t>
            </a:r>
          </a:p>
          <a:p>
            <a:r>
              <a:rPr sz="1600" b="0">
                <a:solidFill>
                  <a:srgbClr val="FFFFFF"/>
                </a:solidFill>
                <a:latin typeface="맑은 고딕"/>
                <a:ea typeface="맑은 고딕"/>
              </a:rPr>
              <a:t>•  Finding 4유형</a:t>
            </a:r>
          </a:p>
          <a:p>
            <a:r>
              <a:rPr sz="1600" b="0">
                <a:solidFill>
                  <a:srgbClr val="FFFFFF"/>
                </a:solidFill>
                <a:latin typeface="맑은 고딕"/>
                <a:ea typeface="맑은 고딕"/>
              </a:rPr>
              <a:t>•  영향도와 이득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Finding의 네 가지 유형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조치는 Problem에, Symptom은 단서로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Problem(문제) — 근본 원인. 영향도가 붙고 권고가 달린다 → 조치 대상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Symptom(증상) — Problem으로 이어지는 현상. 조치 대상 아님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Information(정보) — 문제 아닌 영역(예: normal, successful completion)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Warning(경고) — 분석의 완전성 문제(예: AWR 데이터 누락)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영향도(Impact) vs 이득(Benefit)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무엇을 재는가 — 반드시 구분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영향도 = 이 Finding이 유발한 DB Time 비중 (Top SQL 60.78%)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이득 = 이 권고를 구현하면 절약될 DB Time 비중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이득은 "Finding 영향도"가 아니라 "전체 DB Time"에 대한 %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이유 — 서로 다른 Finding의 권고를 같은 잣대로 비교하려고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Recommendation = Action +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권고 유형 다섯 가지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추정 이득을 얻으려면 한 권고의 Action을 모두 적용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Rationale — 왜 그 조치를 권고했는지, 구현 정보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유형: 하드웨어 / DB 구성 / 스키마 / 애플리케이션 / 다른 어드바이저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실측: "SQL_ID 9vmszgd1ft9x0에 SQL Tuning Advisor 실행"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영향도 합이 100%를 넘을 수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겹침 — 계산 오류가 아니다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한 문제에 여러 원인 → 여러 Problem·Symptom Finding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Finding들이 같은 DB Time 조각을 중복해 포함할 수 있음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예: I/O로 50% SQL + undersized buffer cache 75% = 같은 시간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권고 여러 개 = 대안일 수 있음, 전부 적용할 필요 없음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9.4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맑은 고딕"/>
                <a:ea typeface="맑은 고딕"/>
              </a:rPr>
              <a:t>ADDM 태스크 실행과 보고서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맑은 고딕"/>
                <a:ea typeface="맑은 고딕"/>
              </a:rPr>
              <a:t>•  자동 결과부터 확인</a:t>
            </a:r>
          </a:p>
          <a:p>
            <a:r>
              <a:rPr sz="1600" b="0">
                <a:solidFill>
                  <a:srgbClr val="FFFFFF"/>
                </a:solidFill>
                <a:latin typeface="맑은 고딕"/>
                <a:ea typeface="맑은 고딕"/>
              </a:rPr>
              <a:t>•  DBMS_ADDM / addmrpt.sql</a:t>
            </a:r>
          </a:p>
          <a:p>
            <a:r>
              <a:rPr sz="1600" b="0">
                <a:solidFill>
                  <a:srgbClr val="FFFFFF"/>
                </a:solidFill>
                <a:latin typeface="맑은 고딕"/>
                <a:ea typeface="맑은 고딕"/>
              </a:rPr>
              <a:t>•  분석 모드·Real-Time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실행 경로 — 자동 결과부터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어느 경로든 저장 위치·읽는 법 동일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먼저: 스냅샷마다 자동 생성된 ADDM 결과 확인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두 스냅샷이 AWR에 남아 있어야(purge 전) 분석 가능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대상 인스턴스는 시작 전 기동~종료까지 계속 떠 있어야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다른 구간·설정이 필요할 때만 수동 실행/addmrpt.sql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수동 실행 — DBMS_ADDM.ANALYZE_DB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실측 태스크 TUNING_CH9_ADDM_296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47548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SYS@orcl&gt; VAR tname VARCHAR2(40);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SYS@orcl&gt; BEGIN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2         :tname := 'TUNING_CH9_ADDM_296';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3         DBMS_ADDM.ANALYZE_DB(:tname, 295, 296);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4       END;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5       /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SYS@orcl&gt; SET LONG 1000000 PAGESIZE 0 LINESIZE 80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SYS@orcl&gt; SELECT DBMS_ADDM.GET_REPORT(:tname) FROM dual;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addmrpt.sql과 분석 모드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대화식 생성 / RAC의 세 모드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addmrpt.sql — 스냅샷 목록 보여 주고 구간 입력받아 생성(awrrpt.sql의 짝)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내부적으로 ANALYZE_DB+GET_REPORT 래퍼 → 결과 동일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RAC: Database(전체)·Instance(특정)·Partial(부분집합)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단일 인스턴스 non-CDB — ANALYZE_DB도 그 한 인스턴스 분석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Real-Time ADDM · DBIO_EXPECTED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스냅샷을 못 기다릴 때 / I/O 기준값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Real-Time ADDM — MMON이 3초마다 락 없이 통계 수집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트리거: High load, CPU bound, 데드락 등 → DBA_HIST_REPORTS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DBIO_EXPECTED — 단일 블록 읽기 기대 시간(기본 10ms)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잘못 잡으면 I/O 진단 왜곡 — 하드웨어에 맞춰 한 번 고정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9.5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맑은 고딕"/>
                <a:ea typeface="맑은 고딕"/>
              </a:rPr>
              <a:t>실측 ADDM 보고서 판독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맑은 고딕"/>
                <a:ea typeface="맑은 고딕"/>
              </a:rPr>
              <a:t>•  스냅샷 295~296, DB Time 574초</a:t>
            </a:r>
          </a:p>
          <a:p>
            <a:r>
              <a:rPr sz="1600" b="0">
                <a:solidFill>
                  <a:srgbClr val="FFFFFF"/>
                </a:solidFill>
                <a:latin typeface="맑은 고딕"/>
                <a:ea typeface="맑은 고딕"/>
              </a:rPr>
              <a:t>•  상위 3개 Finding</a:t>
            </a:r>
          </a:p>
          <a:p>
            <a:r>
              <a:rPr sz="1600" b="0">
                <a:solidFill>
                  <a:srgbClr val="FFFFFF"/>
                </a:solidFill>
                <a:latin typeface="맑은 고딕"/>
                <a:ea typeface="맑은 고딕"/>
              </a:rPr>
              <a:t>•  ch22·ch24·ch25 같은 부하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Summary of Findings — 실측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영향도 순 정렬이 곧 우선순위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47548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Total database time was 574 seconds.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The average number of active sessions was 5.52.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Summary of Findings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 Description                      Active Sessions   Recomm.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                                  Percent of Activity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 -------------------------------  ------------------ -------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1  Top SQL Statements               3.35 | 60.78         2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2  Hard Parse Due to Literal Usage   .32 |  5.82         1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3  Commits and Rollbacks             .2  |  3.69         2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4  Soft Parse                        .13 |  2.38         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Finding 1 — Top SQL Statements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영향도 60.78% — 압도적 1위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SQL_ID 9vmszgd1ft9x0 = ch22 AWR Elapsed 1위(190.6초·33.2%)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CLAIM_DETAILS 대량 스캔(WL_02) count/sum 집계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권고: 이 SQL에 SQL Tuning Advisor 실행 (이득 31.37%)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Rationale: 5,912회 실행, 평균 0.032초, DB Time 100% CPU·I/O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Finding 1 상세 — 권고와 근거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Action·Rationale의 실제 모습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47548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Finding 1: Top SQL Statements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Impact is 3.35 active sessions, 60.78% of total activity.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 Recommendation 1: SQL Tuning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 Estimated benefit is 1.73 active sessions, 31.37%.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 Action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    Run SQL Tuning Advisor on the SELECT statement with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    SQL_ID "9vmszgd1ft9x0".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 Rationale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    Executed 5912 times, avg elapsed time 0.032 seconds.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Finding 2 — Hard Parse Due to Literal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WL_01 리터럴이 자동 진단에 잡힌 자리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ch22 AWR의 숫자(하드 파싱 초당 319, Library Hit 59%)에 이름을 붙임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리터럴 → 커서 미공유 → 추가 하드 파싱 (영향도 5.82%)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권고: 바인드 변수 사용, 어렵다면 CURSOR_SHARING=FORCE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DBA_ADVISOR_FINDINGS: Hard Parse=SYMPTOM, Literal Usage=PROBLEM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Finding 3 — Commits and Rollbacks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WL_05 잦은 커밋 (영향도 3.69%)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커밋·롤백이 잦아 log file sync가 DB Time 소비(21.15초)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ch22 AWR Top Events의 log file sync 21.1초·Commit 3.7%와 동일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권고: 커밋 빈도 축소(배치 커밋) / 로그 I/O 개선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영향도 낮음 → Top SQL 먼저, 여기 매달리지 않는다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세 도구가 같은 사건을 가리킨다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ch22·ch24·ch25의 일관성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AWR(ch22): DB CPU 95.7% · log file sync · 하드 파싱 경합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ADDM(ch24): Top SQL 60.78% · Literal 5.82% · Commits 3.69%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ASH(ch25): ON CPU 90.7% · 상위 SQL 9vmszgd1ft9x0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셋은 모순 없음 — ADDM이 관점을 자동 통합해 "어디부터"를 정함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9.6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맑은 고딕"/>
                <a:ea typeface="맑은 고딕"/>
              </a:rPr>
              <a:t>ADDM 뷰 직접 조회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맑은 고딕"/>
                <a:ea typeface="맑은 고딕"/>
              </a:rPr>
              <a:t>•  텍스트 대신 뷰로 정렬·자동화</a:t>
            </a:r>
          </a:p>
          <a:p>
            <a:r>
              <a:rPr sz="1600" b="0">
                <a:solidFill>
                  <a:srgbClr val="FFFFFF"/>
                </a:solidFill>
                <a:latin typeface="맑은 고딕"/>
                <a:ea typeface="맑은 고딕"/>
              </a:rPr>
              <a:t>•  DBA_ADVISOR_* / DBA_ADDM_*</a:t>
            </a:r>
          </a:p>
          <a:p>
            <a:r>
              <a:rPr sz="1600" b="0">
                <a:solidFill>
                  <a:srgbClr val="FFFFFF"/>
                </a:solidFill>
                <a:latin typeface="맑은 고딕"/>
                <a:ea typeface="맑은 고딕"/>
              </a:rPr>
              <a:t>•  라이선스 없는 대안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핵심 ADDM 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공통 어드바이저 프레임워크 스키마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DBA_ADVISOR_FINDINGS — 모든 Finding(id·name·type·impact)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DBA_ADDM_FINDINGS — 그 부분집합, ADDM Finding만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DBA_ADVISOR_RECOMMENDATIONS — RANK 순 검토, BENEFIT 확인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DBA_ADVISOR_ACTIONS / _RATIONALE / _TASKS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Finding을 영향도 순으로 조회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실측 — 유형(type)과 영향도가 그대로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47548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SYS@orcl&gt; SELECT f.finding_name, f.type,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2         ROUND(f.impact/1000000,2) AS impact_sec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3       FROM dba_advisor_findings f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4       JOIN dba_advisor_tasks t USING (task_id)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5       WHERE t.task_name = 'TUNING_CH9_ADDM_296'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 6       ORDER BY f.impact DESC;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FINDING_NAME                     TYPE        IMPACT_SEC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Top SQL Statements               PROBLEM         348.72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Hard Parse                       SYMPTOM          35.28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Hard Parse Due to Literal Usage  PROBLEM          33.38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F2F2F2"/>
                </a:solidFill>
                <a:latin typeface="Consolas"/>
                <a:ea typeface="Consolas"/>
              </a:rPr>
              <a:t>Commits and Rollbacks            PROBLEM          21.15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라이선스 없이 같은 병목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🔒 대안 경로 — V$ 델타·Statspack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ADDM·DBA_ADVISOR_*·DBA_ADDM_* = Diagnostics Pack 필요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Top SQL → V$SQL을 elapsed/gets/executions로 정렬(무료)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하드 파싱 → V$SYSSTAT parse count(hard) 델타, V$LIBRARYCACHE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커밋 → V$SYSSTAT user commits 델타, V$SYSTEM_EVENT log file sync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9.7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맑은 고딕"/>
                <a:ea typeface="맑은 고딕"/>
              </a:rPr>
              <a:t>권고를 그대로 따르면 안 되는 이유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맑은 고딕"/>
                <a:ea typeface="맑은 고딕"/>
              </a:rPr>
              <a:t>•  권고는 가설이지 결론이 아니다</a:t>
            </a:r>
          </a:p>
          <a:p>
            <a:r>
              <a:rPr sz="1600" b="0">
                <a:solidFill>
                  <a:srgbClr val="FFFFFF"/>
                </a:solidFill>
                <a:latin typeface="맑은 고딕"/>
                <a:ea typeface="맑은 고딕"/>
              </a:rPr>
              <a:t>•  영향도·근거·부작용 검토</a:t>
            </a:r>
          </a:p>
          <a:p>
            <a:r>
              <a:rPr sz="1600" b="0">
                <a:solidFill>
                  <a:srgbClr val="FFFFFF"/>
                </a:solidFill>
                <a:latin typeface="맑은 고딕"/>
                <a:ea typeface="맑은 고딕"/>
              </a:rPr>
              <a:t>•  권고 맹신 경계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영향도 낮은 권고에 시간 쓰지 않기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"쉬운 것"이 아니라 "영향 큰 것"부터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Soft Parse(2.38%)·Commits(3.69%)는 손대기 쉬워 보임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Top SQL 60.78%인데 3%짜리 없애도 최대 개선 3% (Amdahl)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60%짜리를 절반 줄이면 30% 개선 — 어디 쓸지 명백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ADDM이 영향도 순 정렬 = 이 순서를 지키라는 신호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근거(Rationale) 없이 채택하지 않기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Action만 읽고 Rationale 건너뛰지 말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Rationale = "이 권고가 내 상황에 맞는가"의 판단 재료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실측: "5,912회 실행" 근거 → 튜닝 방향(횟수 vs 단가) 결정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"인덱스 추가" 권고 → 그 SQL이 중요 업무인가, DML 느려지나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근거 없는 채택 = "근거 없는 조치" 함정과 만남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권고의 부작용 — CURSOR_SHARING=FORCE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"쉬운 권고"일수록 부작용 검토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바인드 변수가 최선이나 앱 수정이 어려움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CURSOR_SHARING=FORCE는 구현 쉽고 상당한 개선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그러나 히스토그램 기반 카디널리티 추정 흐트러짐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일부 SQL 실행계획 악화 가능 — 트레이드오프는 사람이 판단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채택 판단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  <a:ea typeface="맑은 고딕"/>
              </a:rPr>
              <a:t>권고 맹신을 절차로 막는다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① 상위 영향도 Finding인가? 아니면 상위부터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② Rationale을 읽었는가? 내 맥락에 맞는가?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③ 부작용(다른 SQL·DML·자원)은 무엇인가?</a:t>
            </a:r>
          </a:p>
          <a:p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•  ④ 조치 전 캡처했는가? ⑤ 적용 후 재분석으로 영향도 감소 확인?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퀴즈 (Quiz)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Q1. ADDM Finding의 네 유형을 쓰고, 조치를 어느 유형에 하는지 설명하라.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Q2. 영향도와 이득은 각각 무엇을 재는가? 이득이 전체 DB Time 기준인 이유는?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Q3. 여러 Finding의 영향도 합이 100%를 넘을 수 있는 이유를 예로 설명하라.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Q4. 실측 보고서에서 시간을 먼저 써야 할 Finding과 그 근거는?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Q5. Hard Parse(SYMPTOM)와 Literal Usage(PROBLEM) 중 조치 대상은?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Q6. CURSOR_SHARING=FORCE를 적용하기 전 검토할 부작용은?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요약 (Summary)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ADDM = AWR 두 스냅샷 위 top-down DB Time 분해 자동 진단자, 진단의 출발점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Finding(Problem·Symptom·Information·Warning)·Recommendation·Rationale 3층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조치는 Problem에, 영향도 순 정렬이 곧 우선순위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실측: Top SQL 60.78% · Literal 5.82% · Commits 3.69% = ch22·ch25 같은 부하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DBMS_ADDM.ANALYZE_DB / DBA_ADVISOR_* — 🔒 없으면 V$ 델타·Statspack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권고는 가설 — 영향도·근거·부작용 검토 없는 채택은 자동화의 함정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실습 개요 (Practice Overview)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실습 01 — ADDM 태스크 실행과 보고서 생성(addmrpt.sql / DBMS_ADDM.ANALYZE_DB)  🔒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실습 02 — Finding·Recommendation·Rationale 구조와 영향도 해석  🔒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실습 03 — ADDM 분석 모드 확인(Database/Instance, 단일 인스턴스 동작)  🔒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실습 04 — ADDM 뷰 직접 조회(DBA_ADDM_FINDINGS, DBA_ADVISOR_*)와 대안  🔒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실습 05 — 권고를 그대로 따르면 안 되는 사례 판별  🔒</a:t>
            </a:r>
          </a:p>
          <a:p>
            <a:r>
              <a:rPr sz="1600" b="0">
                <a:solidFill>
                  <a:srgbClr val="222222"/>
                </a:solidFill>
                <a:latin typeface="맑은 고딕"/>
                <a:ea typeface="맑은 고딕"/>
              </a:rPr>
              <a:t>•  ※ 전 실습 Diagnostics Pack 필요 — 라이선스 표기와 V$ 대안 경로 병기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