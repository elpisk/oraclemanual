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제10장은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절은 이번 장의 두 번째 실측이자 더 흥미로운 사례다. 같은 컬럼, 같은 테이블, 같은 SQL 형태인데 필터 범위만 바꿨더니 정렬 생략 여부가 갈렸다. Chapter 4에서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776과 717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1장부터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제10장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Chapter 8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Chapter 4와의 연결 / HASH GROUP BY의 생략 불가 / 체크리스트</a:t>
            </a:r>
          </a:p>
          <a:p>
            <a:r>
              <a:rPr sz="1800" b="0">
                <a:solidFill>
                  <a:srgbClr val="202830"/>
                </a:solidFill>
                <a:latin typeface="Malgun Gothic"/>
              </a:rPr>
              <a:t>•  10.7  Benchmark &amp;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(Chapter 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Chapter 8 인라인 뷰 사례와의 대조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8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Chapter 8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Chapter 10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Chapter 8에서는 밀어넣기가 불가능했지만, 집계 자체를 다시 계산할 필요는 없어 비용은 같았다 — 밀어넣기 불가가 곧 손해를 뜻하지는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Chapter 8의 WHERE v.cnt &gt; 1000 과는 참조 대상이 다르다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Chapter 4에서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Chapter 4에서 확인된 Full Scan 전환 구간이라 인덱스 자체가 채택되지 않았다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Chapter 4의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776 |</a:t>
            </a:r>
          </a:p>
          <a:p>
            <a:r>
              <a:rPr sz="1250" b="0">
                <a:solidFill>
                  <a:srgbClr val="E6E6E6"/>
                </a:solidFill>
                <a:latin typeface="Consolas"/>
              </a:rPr>
              <a:t>| ORDER BY total_amt (비인덱스) | SORT ORDER BY + INDEX RANGE SCAN |     717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쪽(776)이 정렬한 쪽(717)보다 Buffers 가 크다는 점에 주목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Chapter 4의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776, 정렬이 발생한 total_amt 쪽은 717이다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(Chapter 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Chapter 4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4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4에서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776 | SORT 생략됨                      |</a:t>
            </a:r>
          </a:p>
          <a:p>
            <a:r>
              <a:rPr sz="1250" b="0">
                <a:solidFill>
                  <a:srgbClr val="E6E6E6"/>
                </a:solidFill>
                <a:latin typeface="Consolas"/>
              </a:rPr>
              <a:t>| 좁은 범위 ORDER BY, 비인덱스 컬럼 (total_amt) |     717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776 대 717이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(Chapter 4와 연결)</a:t>
            </a:r>
          </a:p>
          <a:p>
            <a:r>
              <a:rPr sz="1800" b="0">
                <a:solidFill>
                  <a:srgbClr val="202830"/>
                </a:solidFill>
                <a:latin typeface="Malgun Gothic"/>
              </a:rPr>
              <a:t>•  HASH GROUP BY는 정렬 순서로 생략되지 않는다 — 방식 변경만 가능한 연산이다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SQL튜닝_Ch10_문제.md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Chapter 8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