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제ch07은 ch06에서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ch06과의 경계가 분명해진다. 각 목표가 몇 번 절과 대응하는지 짚어 주면 학습자가 진행 중에 위치를 잃지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ch06에서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ch06과 ch07을 인덱스 단원으로 묶어 소개하면 두 장의 관계를 잡기 쉬워진다.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제ch07</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SARGable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ch06에서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ch06에서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6.8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ch07_문제.md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