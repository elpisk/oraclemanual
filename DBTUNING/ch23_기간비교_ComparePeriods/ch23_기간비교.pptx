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ch28의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제ch23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문제(ch32)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임계값(ch28)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판정(ch28)</a:t>
            </a:r>
          </a:p>
          <a:p>
            <a:pPr>
              <a:spcAft>
                <a:spcPts val="600"/>
              </a:spcAft>
            </a:pPr>
            <a:r>
              <a:rPr sz="1700" b="0">
                <a:solidFill>
                  <a:srgbClr val="222222"/>
                </a:solidFill>
                <a:latin typeface="맑은 고딕"/>
              </a:rPr>
              <a:t>•  윈도우는 업무 주기(주간·월간)를 덮도록 크기를 잡는다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