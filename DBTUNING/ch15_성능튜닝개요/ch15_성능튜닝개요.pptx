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제1장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(13장)</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채택(9장)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17장에서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9·15장에서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