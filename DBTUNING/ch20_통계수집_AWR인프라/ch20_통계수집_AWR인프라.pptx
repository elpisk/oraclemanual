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ch19에서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ch19과 이 장을 잇는 한 줄 요약이며, 라이선스가 없어 못 쓸 때 V$ 델타 계산이 대안의 뿌리임을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ch22 보고서, ch24 ADDM, ch25 ASH의 공통 재료가 된다는 점, 즉 이 장이 뒤 장의 실습 데이터를 만든다는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295에서 296 구간은 7개 세션이 100초 동안 리터럴 파싱·대량 스캔·정렬·잦은 커밋을 섞어 만든 종합 부하입니다. 같은 사건을 ch22 AWR은 DB CPU 95.7퍼센트로, ch24 ADDM은 리터럴 사용으로 인한 하드 파싱이라는 진단으로, ch25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ch22에서 배울 보고서 판독 능력이 더 중요해진다는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ch19의 원리는 같다는 점으로 마무리합니다.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20.2  AWR 인프라 개요 — 무엇을 기억하는가</a:t>
            </a:r>
          </a:p>
          <a:p>
            <a:pPr algn="l">
              <a:spcAft>
                <a:spcPts val="600"/>
              </a:spcAft>
            </a:pPr>
            <a:r>
              <a:rPr sz="1600" b="0">
                <a:solidFill>
                  <a:srgbClr val="222222"/>
                </a:solidFill>
                <a:latin typeface="맑은 고딕"/>
              </a:rPr>
              <a:t>•  20.3  스냅샷 — 주기와 보존을 정한다</a:t>
            </a:r>
          </a:p>
          <a:p>
            <a:pPr algn="l">
              <a:spcAft>
                <a:spcPts val="600"/>
              </a:spcAft>
            </a:pPr>
            <a:r>
              <a:rPr sz="1600" b="0">
                <a:solidFill>
                  <a:srgbClr val="222222"/>
                </a:solidFill>
                <a:latin typeface="맑은 고딕"/>
              </a:rPr>
              <a:t>•  20.4  수동 스냅샷 — 부하 구간을 손으로 감싼다</a:t>
            </a:r>
          </a:p>
          <a:p>
            <a:pPr algn="l">
              <a:spcAft>
                <a:spcPts val="600"/>
              </a:spcAft>
            </a:pPr>
            <a:r>
              <a:rPr sz="1600" b="0">
                <a:solidFill>
                  <a:srgbClr val="222222"/>
                </a:solidFill>
                <a:latin typeface="맑은 고딕"/>
              </a:rPr>
              <a:t>•  20.5  AWR 베이스라인 — 필요한 구간을 보호한다</a:t>
            </a:r>
          </a:p>
          <a:p>
            <a:pPr algn="l">
              <a:spcAft>
                <a:spcPts val="600"/>
              </a:spcAft>
            </a:pPr>
            <a:r>
              <a:rPr sz="1600" b="0">
                <a:solidFill>
                  <a:srgbClr val="222222"/>
                </a:solidFill>
                <a:latin typeface="맑은 고딕"/>
              </a:rPr>
              <a:t>•  20.6  SYSAUX 용량 관리 — AWR이 차지하는 공간</a:t>
            </a:r>
          </a:p>
          <a:p>
            <a:pPr algn="l">
              <a:spcAft>
                <a:spcPts val="600"/>
              </a:spcAft>
            </a:pPr>
            <a:r>
              <a:rPr sz="1600" b="0">
                <a:solidFill>
                  <a:srgbClr val="222222"/>
                </a:solidFill>
                <a:latin typeface="맑은 고딕"/>
              </a:rPr>
              <a:t>•  20.7  보존 기간 초과와 데이터 소실</a:t>
            </a:r>
          </a:p>
          <a:p>
            <a:pPr algn="l">
              <a:spcAft>
                <a:spcPts val="600"/>
              </a:spcAft>
            </a:pPr>
            <a:r>
              <a:rPr sz="1600" b="0">
                <a:solidFill>
                  <a:srgbClr val="222222"/>
                </a:solidFill>
                <a:latin typeface="맑은 고딕"/>
              </a:rPr>
              <a:t>•  20.8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ch19의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ch22 AWR: DB CPU 95.7% · log file sync · 하드 파싱</a:t>
            </a:r>
          </a:p>
          <a:p>
            <a:pPr algn="l">
              <a:spcAft>
                <a:spcPts val="600"/>
              </a:spcAft>
            </a:pPr>
            <a:r>
              <a:rPr sz="1700" b="0">
                <a:solidFill>
                  <a:srgbClr val="222222"/>
                </a:solidFill>
                <a:latin typeface="맑은 고딕"/>
              </a:rPr>
              <a:t>•  ch24 ADDM: 'Hard Parse Due to Literal Usage' 진단</a:t>
            </a:r>
          </a:p>
          <a:p>
            <a:pPr algn="l">
              <a:spcAft>
                <a:spcPts val="600"/>
              </a:spcAft>
            </a:pPr>
            <a:r>
              <a:rPr sz="1700" b="0">
                <a:solidFill>
                  <a:srgbClr val="222222"/>
                </a:solidFill>
                <a:latin typeface="맑은 고딕"/>
              </a:rPr>
              <a:t>•  ch25 ASH: ON CPU 90.7%</a:t>
            </a:r>
          </a:p>
          <a:p>
            <a:pPr algn="l">
              <a:spcAft>
                <a:spcPts val="600"/>
              </a:spcAft>
            </a:pPr>
            <a:r>
              <a:rPr sz="1700" b="0">
                <a:solidFill>
                  <a:srgbClr val="222222"/>
                </a:solidFill>
                <a:latin typeface="맑은 고딕"/>
              </a:rPr>
              <a:t>•  구간을 어떻게 잡았는가가 진단의 질을 좌우한다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ch22 판독력이 더 중요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ch22~ch23의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