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ch11은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ch11의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ch11의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ch11에서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r>
              <a:rPr sz="1250" b="0">
                <a:solidFill>
                  <a:srgbClr val="E6E6E6"/>
                </a:solidFill>
                <a:latin typeface="Consolas"/>
              </a:rPr>
              <a:t/>
            </a: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ch11_문제.md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ch11_해설.md에서 문항 번호와 1:1로 대응한다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