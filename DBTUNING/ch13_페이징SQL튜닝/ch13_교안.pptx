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Chapter 9에서 확인한 함정이 여기서 그대로 재현된다</a:t>
            </a:r>
          </a:p>
          <a:p>
            <a:r>
              <a:rPr sz="1600" b="0">
                <a:solidFill>
                  <a:srgbClr val="5A6672"/>
                </a:solidFill>
                <a:latin typeface="Malgun Gothic"/>
              </a:rPr>
              <a:t>    –  Chapter 9는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Chapter 3의 Q4, Chapter 10의 좁은 범위 사례와 같은 원리다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Chapter 9의 교훈이 그대로 재현된 사례다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SQL튜닝_Ch11_문제.md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Chapter 9와 묶어 Buffers 단독 판단의 위험을 종합</a:t>
            </a:r>
          </a:p>
          <a:p>
            <a:r>
              <a:rPr sz="1800" b="0">
                <a:solidFill>
                  <a:srgbClr val="202830"/>
                </a:solidFill>
                <a:latin typeface="Malgun Gothic"/>
              </a:rPr>
              <a:t>•  실습 종료 시 IX_CH11_ 접두어 인덱스를 반드시 정리한다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