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제2장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4장에서 별도로 다룸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방법(3장)으로 발견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