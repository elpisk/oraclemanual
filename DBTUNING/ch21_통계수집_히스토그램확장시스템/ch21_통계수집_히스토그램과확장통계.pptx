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ch21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확인: USER_STAT_EXTENSIONS / 제거: DROP_EXTENDED_STATS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함수 기반 인덱스를 만들면 표현식 통계도 함께 생성됨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r>
              <a:rPr sz="1250" b="0">
                <a:solidFill>
                  <a:srgbClr val="F2F2F2"/>
                </a:solidFill>
                <a:latin typeface="Consolas"/>
              </a:rPr>
              <a:t/>
            </a:r>
          </a:p>
          <a:p>
            <a:pPr>
              <a:spcAft>
                <a:spcPts val="0"/>
              </a:spcAft>
            </a:pPr>
            <a:r>
              <a:rPr sz="1250" b="0">
                <a:solidFill>
                  <a:srgbClr val="F2F2F2"/>
                </a:solidFill>
                <a:latin typeface="Consolas"/>
              </a:rPr>
              <a:t>-- 자동 적용: DBMS_STATS.IMPLEMENT_ADVISOR_TASK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