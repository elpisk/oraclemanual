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ch20의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ch20으로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ch25에서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ch31에서 직접 재현합니다.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ch23의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ch19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ch20 AWR(🔒 Diagnostics Pack)의 경계를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ch20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ch20 AWR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ch20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ch25)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있다(ch31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구분(→ch23)</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ch20 AWR의 라이선스 경계를 구분하라.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필요(→ch20).</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