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7장에서 인스턴스를 시작·종료하는 법을 배웠다면, 8장은 이미 기동된 인스턴스를 구성(초기화 파라미터), 관찰(동적 성능 뷰·데이터 딕셔너리), 진단(ADR·알림 로그·트레이스·DDL 로그)하는 관리 기술을 다룬다. DBA가 매일 반복하는 가장 기본적인 세 가지 작업이다.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장의 목표는 '구성·관찰·진단'이라는 세 축으로 요약된다. 파라미터로 인스턴스 동작을 결정하고, V$ 뷰와 딕셔너리로 상태를 조회하며, ADR로 문제를 진단한다.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앞부분(8.1~8.5)은 초기화 파라미터, 중간(8.6~8.9)은 진단 저장소(ADR), 뒷부분(8.10~8.12)은 조회 뷰(동적 성능 뷰와 데이터 딕셔너리)로 크게 세 묶음이다.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초기화 파라미터 파일은 SGA 크기·백그라운드 프로세스·파일 위치·한계값을 결정한다. 두 형태(SPFILE/PFILE)의 차이를 아는 것이 인스턴스 관리의 출발점이다.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PFILE은 '변경→재시작하면 소실→수동 재편집'이라 번거롭고 실수 위험이 크다. SPFILE은 ALTER SYSTEM ... SCOPE=SPFILE/BOTH 한 줄로 영구 반영되므로 운영 환경의 사실상 표준이다.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바이너리 SPFILE은 직접 편집 불가하므로 PFILE을 우회로 삼는다. 잘못된 정적 파라미터로 기동이 막히면 PFILE로 임시 기동→값 수정→CREATE SPFILE FROM PFILE로 재생성하는 흐름으로 복구한다. 변경 전 CREATE PFILE로 스냅샷을 남기는 습관이 안전하다.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'내가 만든 PFILE이 왜 무시되지?'라는 혼란은 이 검색 순서를 몰라서 생긴다. SPFILE이 존재하면 항상 우선하므로, PFILE 기동은 반드시 명시적으로 지정해야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수백 개의 파라미터를 몇 가지 기준으로 분류해 두면 관리가 쉬워진다. 중요도(기본/고급), 산정 방식(파생), 플랫폼 의존(OS 종속)으로 나눈다.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초보 DBA는 기본 파라미터부터 확실히 이해하고, 고급 파라미터는 근거가 분명할 때만 조정하는 것이 안전하다. 진단 시 '기본 파라미터 중 기본값을 벗어난 것'부터 살피면 구성 의도를 빨리 파악한다.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파생 파라미터는 값을 명시하지 않으면 계산값이 쓰이나, 임의로 낮게 지정하면 부작용(예: PROCESSES가 충분해도 SESSIONS 제한)이 생길 수 있다. OS 종속 파라미터는 플랫폼 문서를 함께 참고한다.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모든 파라미터를 아무 때나 바꿀 수 있는 것은 아니다. 변경 가능 여부와 적용 시점을 알려 주는 것이 V$PARAMETER의 세 컬럼이다.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 SESSION은 실행한 세션에만, ALTER SYSTEM은 인스턴스 전체에 영향을 준다. 운영 중 ALTER SYSTEM으로 성능 파라미터를 바꿀 때는 변경 창과 롤백 계획을 먼저 마련한다.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NLS_DATE_FORMAT은 세션 레벨(ALTER SESSION 가능), SGA_TARGET은 IMMEDIATE(ALTER SYSTEM 즉시), PROCESSES는 FALSE(정적, SPFILE 기록 후 재시작)로 해석된다. 전체를 바꾸기 전에 내 세션에서 먼저 시험하는 것이 안전하다.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 SYSTEM 변경의 반영 범위는 SCOPE로, 적용 시점은 DEFERRED로 제어한다. 인스턴스 관리에서 가장 자주 쓰이면서 헷갈리기 쉬운 개념이다.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변경의 '지속성'이 필요한지 먼저 판단하고 SCOPE를 고른다. SCOPE=MEMORY로만 바꾼 값은 재기동 시 SPFILE의 옛 값으로 되돌아가므로, 영구 반영이 목적이면 BOTH나 SPFILE을 써야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PFILE로 기동한 상태에서 SCOPE=SPFILE/BOTH를 지정하면 ORA-32001(기록할 SPFILE 없음)이 발생한다. 이 경우 SCOPE=MEMORY만 쓸 수 있고, 영구 반영은 PFILE 직접 편집이나 CREATE SPFILE FROM PFILE 후 재기동으로 처리한다.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DEFERRED는 이미 접속한 세션을 방해하지 않고 앞으로의 세션에만 새 값을 적용하고 싶을 때 쓴다. 파라미터의 ISSYS_MODIFIABLE 값에 따라 필수/선택/금지가 결정된다.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ORA-02096은 '이 옵션으로는 바꿀 수 없다'는 뜻이다. 해당 파라미터의 ISSYS_MODIFIABLE이 DEFERRED이면 DEFERRED 키워드를 붙여야 하고, FALSE(정적)이면 SCOPE=SPFILE로 기록 후 재시작해야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파라미터를 바꾸기 전 현재 값 확인은 필수다. 간편 조회는 SHOW PARAMETER, 조건·조인이 필요한 세밀 조회는 V$PARAMETER 계열 뷰를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파라미터가 세 곳(세션=V$PARAMETER, 인스턴스 메모리=V$SYSTEM_PARAMETER, SPFILE=V$SPPARAMETER)에서 다를 수 있다. '지금 반영 안 됨' 또는 '재시작하니 원복' 같은 혼란은 대부분 이 세 값을 구별 못해 생긴다.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PARAMETER는 현재 세션 기준 값을 보여 준다. V$SPPARAMETER의 ISSPECIFIED='TRUE' 조건은 SPFILE에서 명시적으로 설정된(기본값이 아닌) 파라미터만 뽑아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ADR은 트레이스·알림 로그·헬스 모니터 리포트·코어/인시던트 덤프를 통일된 디렉터리 구조로 모은다. 파일 기반이라 데이터베이스가 내려가 있어도 원인 분석이 가능하다.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표준화된 디렉터리 구조 덕분에 데이터베이스·ASM·리스너 등 서로 다른 시스템의 진단 정보를 동일한 방식으로 탐색할 수 있다. 실제 경로는 V$DIAG_INFO로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 Trace 행은 텍스트 알림 로그(alert_SID.log)가 있는 trace 디렉터리를, Diag Alert 행은 XML 알림 로그(log.xml)가 있는 alert 디렉터리를 가리킨다. 위치를 모를 때 가장 먼저 조회할 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알림 로그는 '데이터베이스에 무슨 일이 있었는가'를 시간 축으로 되짚을 때 가장 먼저 보는 파일이다. ADRCI로도 조회·패키징할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텍스트 파일이라 vi/less/notepad로 바로 열 수 있고, tail -f로 실시간 관찰도 가능하다. 문제가 보고되면 '그 시각 전후의 알림 로그'를 먼저 확인하는 것이 진단의 첫걸음이다.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ADRCI는 문제·인시던트 조사, 헬스 체크 리포트 확인, 최초 장애 데이터 패키징 및 업로드, 트레이스 파일명 확인을 할 수 있다. 대화형과 스크립트(배치) 방식 모두 지원한다.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백그라운드 프로세스 트레이스 파일명에는 프로세스명이 포함된다(예외: job queue의 Jnnn). 심각 오류는 자동으로 인시던트로 캡처된다.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오류가 난 바로 그 순간의 데이터가 자동 보존되는 것이 핵심 가치다. ORA-600 같은 내부 오류가 트레이스에 남으면 대개 Oracle 지원의 도움이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용량이 크고 사건 직후에만 쓰이는 트레이스·코어 덤프는 짧게, 작으면서 추세 분석에 유용한 인시던트·알림 로그는 길게 보관한다. 크기 기반 보존으로 디스크가 가득 차는 사고를 예방한다.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'누가 언제 어떤 DDL을 실행했는가'를 추적하는 가벼운 이력 기능이다. DDL 한 건당 로그 레코드 한 건이 남는다.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감사(audit)와 목적이 다르다. 감사는 보안 정책에 따른 체계적 추적, DDL 로그는 스키마 변경 이력을 가볍게 남겨 빠르게 확인하는 용도다. 사라진 테이블의 DROP 시각을 찾는 식으로 활용한다.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로그에는 타임스탬프와 DDL 문이 그대로 남는다. DDL이 빈번한 시스템에서는 로그가 빠르게 커질 수 있으므로 정리 계획도 함께 고려하고, 활성화 전 라이선스를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동적 성능 뷰는 세션·파일·락·작업 진행·백업·메모리·SQL·통계 등 인스턴스 운영에 필요한 거의 모든 실시간 정보를 담는다. 대부분 V$로 시작해 'v-달러 뷰'라 부른다.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V$ 뷰가 일반 테이블이 아니라 메모리 구조를 반영하기 때문에, 데이터베이스가 완전히 열리지 않은 상태에서도 진단이 가능하다. 어떤 정보가 조회 가능한지는 인스턴스·DB의 단계에 따라 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블로킹 진단의 표준 경로는 V$LOCK(block&gt;0)→V$SESSION(누구인가)→V$SQL(무슨 SQL인가)이다. 원인 세션을 확인한 뒤에야 대기 해소나 세션 종료 같은 조치를 판단한다.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동적 성능 뷰(실시간 상태)와 데이터 딕셔너리 뷰(정적 메타데이터)는 성격이 정반대다. 세션·락·SQL의 '지금 상태'는 V$로, 테이블·사용자·권한의 '정의'는 딕셔너리 뷰로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 딕셔너리는 모든 객체의 이름·속성·저장 위치·권한 관계를 담는다. 객체 생성·변경 시 Oracle이 자동 갱신하며, 사용자는 사전 정의된 뷰로 접근한다.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DICT/DICT_COLUMNS는 '어떤 딕셔너리 뷰가 있고 어떤 컬럼을 갖는지' 검색할 때 쓴다. 딕셔너리에는 동적 성능 뷰 이름도 포함되어 이름이 기억나지 않을 때 유용하다.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대상이라도 접두사에 따라 볼 수 있는 행의 범위가 달라진다. 멀티테넌트 환경에서 특히 중요한 개념이다.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넓은 범위의 뷰일수록 OWNER나 CON_ID 같은 구분 컬럼이 추가된다. DBA_/CDB_는 SYSDBA, SELECT ANY DICTIONARY, SELECT_CATALOG_ROLE 등이 있어야 조회 가능하다. 최소 권한 원칙에 따라 앱 계정엔 USER_/ALL_로 충분한지 먼저 검토한다.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루트에서 CDB_* 조회 결과는 사용자의 CONTAINER_DATA 속성(ALTER USER로 설정)에 따라 달라진다. PDB 내부에서 CDB_* 뷰를 조회하면 그 PDB의 대응 DBA_* 뷰로 보이는 객체만 나타난다(다른 PDB 데이터는 안 보임).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Q1은 파라미터 파일의 두 형태와 검색 순서를, Q2는 시스템 레벨 변경의 적용 시점 세 가지를 확인한다. 두 개념 모두 8.1·8.3의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Q3은 변경의 즉시성과 지속성을 결정하는 SCOPE를, Q4는 ADR base가 결정되는 우선순위(DIAGNOSTIC_DEST→ORACLE_BASE→$ORACLE_HOME/log)를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Q5는 동적 성능 뷰가 가상 테이블이라는 성격과 단계별 조회 가능성을, Q6은 딕셔너리 뷰 접두사의 범위와 권한 차이를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'구성(파라미터)·진단(ADR)·관찰(V$·딕셔너리)' 세 축으로 요약된다. 각 축의 대표 명령과 뷰를 손에 익히는 것이 인스턴스 관리의 기본기다.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여섯 실습은 인스턴스 관리의 네 축(파라미터·진단·성능 뷰·딕셔너리)을 직접 다룬다. 파라미터를 변경한 실습은 끝난 뒤 원래 값으로 되돌려 두는 습관을 들인다.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86000"/>
            <a:ext cx="182880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algun Gothic"/>
              </a:rPr>
              <a:t>Oracle Database 19c Administration Workshop  ·  제8장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algun Gothic"/>
              </a:rPr>
              <a:t>데이터베이스 인스턴스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297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5CED6"/>
                </a:solidFill>
                <a:latin typeface="Malgun Gothic"/>
              </a:rPr>
              <a:t>초기화 파라미터 · SPFILE/PFILE · SCOPE/DEFERRED · ADR · 동적 성능 뷰 · 데이터 딕셔너리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학습 목표 (Objectives)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초기화 파라미터 파일 SPFILE와 PFILE의 특성·검색 순서·상호 변환을 설명한다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파라미터 유형(기본/고급, 파생, OS 종속)을 구분한다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ALTER SESSION/SYSTEM으로 파라미터를 바꾸고 ISSES/ISSYS/ISPDB_MODIFIABLE로 판단한다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SCOPE(MEMORY/SPFILE/BOTH)와 DEFERRED의 의미를 이해하고 사용한다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SHOW PARAMETER와 V$PARAMETER 계열 뷰로 파라미터를 조회한다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ADR 구조·알림 로그·트레이스·DDL 로그로 인스턴스를 진단한다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동적 성능 뷰의 성격과 데이터 딕셔너리 CDB_/DBA_/ALL_/USER_ 범위를 설명한다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이 장의 구성 (Agenda)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8.1 초기화 파라미터 파일(SPFILE/PFILE) · 8.2 파라미터 유형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8.3 파라미터 수정(ALTER SESSION/SYSTEM) · 8.4 SCOPE·DEFERRED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8.5 파라미터 조회(SHOW PARAMETER, V$PARAMETER 계열)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8.6 ADR 구조 · 8.7 알림 로그·ADRCI · 8.8 트레이스·결함 진단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8.9 DDL 로그 · 8.10 동적 성능 뷰 · 8.11 데이터 딕셔너리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8.12 CDB_/DBA_/ALL_/USER_ 뷰 · 8.13 퀴즈 · 8.14 요약 · 8.15 실습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8.1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초기화 파라미터 파일 — SPFILE · PFILE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인스턴스가 NOMOUNT에서 가장 먼저 읽는 '인스턴스 설계도'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SPFILE(바이너리·읽기쓰기) vs PFILE(텍스트·읽기전용)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검색 순서: spfile&lt;SID&gt;.ora → spfile.ora → init&lt;SID&gt;.ora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SPFILE vs PFILE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SPFILE: 바이너리, 서버가 직접 읽고 씀, ALTER SYSTEM으로만 변경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변경 값이 재시작 후에도 유지(persistent), DBCA가 자동 생성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기본 이름 spfile&lt;SID&gt;.ora, 보통 $ORACLE_HOME/dbs에 위치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PFILE: 텍스트(name=value), 서버 입장 읽기 전용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실행 중 변경이 저장 안 됨 → 텍스트 에디터로 수동 편집 필요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기본 이름 init&lt;SID&gt;.ora, SPFILE 없을 때 자동 사용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운영 표준은 SPFILE, PFILE은 재생성·임시 기동용 보조 수단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SPFILE ↔ PFILE 변환과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CREATE PFILE/SPFILE, SHOW PARAMETER spfile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40740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SPFILE 내용을 텍스트 PFILE로 추출(백업·검토)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CREATE PFILE='/tmp/init_cdb1.ora' FROM SPFILE;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File created.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편집한 PFILE로부터 새 SPFILE 생성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CREATE SPFILE FROM PFILE='/tmp/init_cdb1.ora';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File created.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현재 SPFILE로 기동되었는지 확인(값이 있으면 SPFILE 사용)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SHOW PARAMETER spfile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NAME     TYPE     VALUE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-------- -------- ------------------------------------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spfile   string   /u01/app/oracle/dbs/spfilecdb1.ora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파라미터 파일 검색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STARTUP에 PFILE 절이 없으면 정해진 순서로 탐색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1순위: spfile&lt;SID&gt;.ora (인스턴스 전용 SPFILE)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2순위: spfile.ora (SID 무관 공용 SPFILE)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3순위: init&lt;SID&gt;.ora (PFILE)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SPFILE이 하나라도 있으면 PFILE보다 우선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PFILE로 기동하려면 STARTUP PFILE='경로'로 명시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8.2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초기화 파라미터의 유형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역할: 한계 설정 / 전역 기본값 / 파일·디렉터리 위치 / 성능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기본(Basic) vs 고급(Advanced), 파생(Derived), OS 종속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기본 파라미터와 고급 파라미터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기본(Basic): 대부분 DB에서 설정·검토 필요, 약 30개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예: SGA_TARGET, DB_NAME, CONTROL_FILES, DB_BLOCK_SIZE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고급(Advanced): 튜닝·예외 상황에서만 조정, 약 300개+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예: DB_CACHE_SIZE 등 개별 메모리 풀 세부 지정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V$PARAMETER.ISBASIC='TRUE'로 기본 파라미터 식별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ISDEFAULT='FALSE'면 관리자가 명시적으로 바꾼 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파생 파라미터와 OS 종속 파라미터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파생(Derived): 다른 파라미터로부터 자동 계산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예: SESSIONS는 PROCESSES에서 파생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값을 직접 지정하면 계산값을 오버라이드(주의)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OS 종속: 기본값·범위가 운영체제에 따라 다름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예: DB_FILE_MULTIBLOCK_READ_COUNT, DB_BLOCK_SIZE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8.3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초기화 파라미터의 수정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ALTER SESSION(내 세션만) vs ALTER SYSTEM(인스턴스 전체)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V$PARAMETER: ISSES_ / ISSYS_ / ISPDB_MODIFIABLE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변경 가능 여부 — 세 컬럼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ISSES_MODIFIABLE=TRUE: ALTER SESSION으로 세션 레벨 변경 가능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ISSYS_MODIFIABLE: 시스템 레벨 변경 시점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IMMEDIATE=즉시 전체 세션 적용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DEFERRED=이후 접속 세션부터 적용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FALSE=정적, SPFILE 기록 후 재시작 필요(SPFILE 기동 전제)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ISPDB_MODIFIABLE: PDB 내 수정 가능 여부(non-CDB는 NULL)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변경 특성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V$PARAMETER의 세 컬럼 조회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474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name, isses_modifiable, issys_modifiable,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       ispdb_modifiable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3  FROM v$parameter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4  WHERE name IN ('nls_date_format','sga_target','processes');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NAME             ISSES_  ISSYS_      ISPDB_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---------------- ------- ----------- ------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nls_date_format  TRUE    FALSE       TRUE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sga_target       FALSE   IMMEDIATE   FALSE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processes        FALSE   FALSE       FALSE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8.4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SCOPE 절과 DEFERRED 키워드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SCOPE: 변경을 어디에 반영할지(MEMORY/SPFILE/BOTH)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DEFERRED: 언제부터 적용할지(이후 세션)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SCOPE의 세 가지 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MEMORY: 메모리만, 즉시 적용, 재시작 시 소실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PFILE로 기동한 경우 유일한 선택지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SPFILE: SPFILE만, 즉시 효과 없음, 재시작 후 지속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정적(FALSE) 파라미터 변경 시 필수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BOTH: 메모리+SPFILE, 즉시+지속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SPFILE 기동 시 SCOPE 생략의 기본값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SCOPE 사용 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즉시/지속 여부에 따른 선택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785616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즉시 적용 + 영구 반영(SPFILE 기동 시 생략하면 BOTH)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sga_target = 2G SCOPE=BOTH;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System altered.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이번 인스턴스에서만 임시 적용(재시작 시 원복)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sga_target = 2G SCOPE=MEMORY;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System altered.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정적 파라미터: SPFILE에만 기록 후 재시작해야 반영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processes = 500 SCOPE=SPFILE;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System altered.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DEFERRED 키워드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변경을 현재 세션엔 미적용, 이후 접속 세션부터 적용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ISSYS_MODIFIABLE=DEFERRED: DEFERRED 반드시 지정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ISSYS_MODIFIABLE=IMMEDIATE: DEFERRED는 선택 사항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ISSYS_MODIFIABLE=FALSE(정적): DEFERRED 지정 불가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DEFERRED — 오류와 수정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즉시 변경 불가 파라미터의 처리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440740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DEFERRED 파라미터: 이후 세션부터 적용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sort_area_size = 1048576 DEFERRED;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System altered.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(오류) DEFERRED가 필요한 파라미터에 DEFERRED 생략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backup_tape_io_slaves = TRUE;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ERROR at line 1: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ORA-02096: specified initialization parameter is not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modifiable with this option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원인: 즉시 변경 불가 → DEFERRED로 재시도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backup_tape_io_slaves = TRUE DEFERRED;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System altered.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8.5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초기화 파라미터의 조회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SHOW PARAMETER 명령(이름에 특정 단어 포함)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V$PARAMETER / V$SPPARAMETER / V$SYSTEM_PARAMETER 계열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SHOW PARAMETER와 V$PARAMETER 계열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SHOW PARAMETER para: 이름에 para 포함 파라미터의 NAME/TYPE/VALUE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V$PARAMETER: 현재 세션 유효 값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V$PARAMETER2: 세션 값, 리스트값은 행별 분리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V$SPPARAMETER: SPFILE 내용(미사용 시 ISSPECIFIED=FALSE)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V$SYSTEM_PARAMETER: 인스턴스 전체 유효 값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V$SYSTEM_PARAMETER2: 인스턴스 값, 리스트값 행별 분리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파라미터 조회 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SHOW PARAMETER, V$SPPARAMETER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16382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SHOW PARAMETER sga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NAME             TYPE          VALUE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---------------- ------------- ------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sga_max_size     big integer   2G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sga_target       big integer   2G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SPFILE에 명시적으로 지정된 파라미터만 조회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name, value FROM v$spparameter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WHERE isspecified = 'TRUE' ORDER BY name;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8.6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ADR — Automatic Diagnostic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진단 정보(트레이스·알림 로그·헬스 리포트) 통합 저장소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파일 기반 → DB가 다운되어도 접근 가능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ADR base와 ADR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ADR base: 최상위 루트, DIAGNOSTIC_DEST로 위치 지정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미지정 시 ORACLE_BASE, 그것도 없으면 $ORACLE_HOME/log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ADR home 경로: &lt;ADR base&gt;/diag/&lt;제품유형&gt;/&lt;db_id&gt;/&lt;instance_id&gt;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예: /u01/app/oracle/diag/rdbms/orcl/ORCL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하위: alert / trace / incident / cdump / hm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ADR 위치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V$DIAG_INFO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16382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name, value FROM v$diag_info;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NAME             VALUE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---------------- ------------------------------------------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ADR Base         /u01/app/oracle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ADR Home         /u01/app/oracle/diag/rdbms/cdb1/cdb1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Diag Trace       .../diag/rdbms/cdb1/cdb1/trace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Diag Alert       .../diag/rdbms/cdb1/cdb1/alert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Default Trace File  .../trace/cdb1_ora_12345.trc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8.7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알림 로그와 ADRCI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alert_&lt;SID&gt;.log: 인스턴스·DB 메시지 시간순 기록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ADRCI: ADR을 다루는 커맨드라인 유틸리티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알림 로그에 기록되는 내용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비표준 초기화 파라미터로 기동된 경우 그 목록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ORA-600(내부), ORA-1578(블록 손상), ORA-60(데드락) 등 심각 오류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CREATE/ALTER/DROP DATABASE·TABLESPACE 등 관리 DDL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STARTUP·SHUTDOWN·ARCHIVE LOG·RECOVER 관리 작업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공유 서버·디스패처 메시지, 구체화 뷰 자동 새로고침 오류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ADRCI 사용 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알림 로그·인시던트·패키징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254203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$ adrci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adrci&gt; SHOW HOMES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adrci&gt; SET HOMEPATH diag/rdbms/cdb1/cdb1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adrci&gt; SHOW ALERT -TAIL 20      -- 알림 로그 마지막 20줄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adrci&gt; SHOW INCIDENT            -- 등록된 인시던트 목록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adrci&gt; SHOW TRACEFILE           -- ADR 내 트레이스 파일 목록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adrci&gt; IPS CREATE PACKAGE INCIDENT 12345  -- 패키징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8.8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트레이스 파일과 결함 진단 인프라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각 프로세스가 연관 트레이스 파일에 진단 기록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Fault Diagnosability Infrastructure + 퍼징 정책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결함 진단 인프라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심각 오류 발생 시 인시던트 번호(incident number) 부여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관련 진단 데이터(트레이스 등) 즉시 캡처 → ADR에 저장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이후 인시던트 번호로 조회·분석 가능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재현 어려운 문제도 '그 순간' 데이터로 사후 분석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퍼징(Purging) 보존 정책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오래된 진단 데이터를 정책에 따라 자동 정리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장기(Long-term): 인시던트·알림 로그, 기본 365일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단기(Short-term): 트레이스·코어 덤프, 기본 30일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오래된 항목 우선 삭제, 크기 기반 보존도 지정 가능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8.9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DDL 로그 파일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ENABLE_DDL_LOGGING=TRUE로 DDL 자동 기록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XML(log.xml) + 텍스트(ddl_&lt;sid&gt;.log) 두 형식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DDL 로그 파일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ENABLE_DDL_LOGGING=TRUE 설정 시 특정 DDL 캡처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XML DDL 로그: log.xml (.../log/ddl 디렉터리)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텍스트 DDL 로그: ddl_&lt;sid&gt;.log (.../log 디렉터리)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두 형식 동일 정보 포함, 텍스트는 사람이 바로 읽기 좋음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Lifecycle Management Pack 라이선스 필요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DDL 로깅 활성화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ENABLE_DDL_LOGGING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2852928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DDL 로깅 활성화(SPFILE 기동 시 즉시+지속)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SYSTEM SET enable_ddl_logging=TRUE SCOPE=BOTH;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System altered.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이후 실행된 DDL이 텍스트 로그에 기록됨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$ more .../diag/rdbms/cdb1/cdb1/log/ddl_cdb1.log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Mon Jul 27 10:14:03 2026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drop user app_user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8.10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동적 성능 뷰의 조회와 고려사항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인스턴스 메모리 구조의 실시간 상태(V$·'v-달러')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가상 테이블 → OPEN 전에도 일부 조회 가능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동적 성능 뷰의 성격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디스크 테이블이 아닌, 메모리 구조 기반 가상 테이블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그래서 DB가 OPEN되기 전에도 일부 조회 가능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V$BGPROCESS: NOMOUNT에서도 조회(메모리 의존)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5A6672"/>
                </a:solidFill>
                <a:latin typeface="Malgun Gothic"/>
              </a:rPr>
              <a:t>    –  V$DATAFILE: 컨트롤 파일 필요 → MOUNT 이후 의미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단계(NOMOUNT/MOUNT/OPEN)에 따라 제공 정보 다름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대표 진단 질의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V$SESSION / V$SQL / V$LOCK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3474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특정 머신에서 최근 하루 로그인한 세션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sid, serial#, username, program FROM v$session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WHERE machine='EDXX9P1' AND logon_time &gt; SYSDATE-1;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CPU 20만 마이크로초 초과 SQL 문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sql_id, cpu_time, sql_text FROM v$sql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WHERE cpu_time &gt; 200000;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다른 세션을 블로킹 중인 락 보유 세션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sid, ctime FROM v$lock WHERE block &gt; 0;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동적 성능 뷰 조회 시 고려사항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SYS 사용자 소유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데이터가 실시간 변동 → 읽기 일관성 보장 안 됨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전체 뷰 목록은 V$FIXED_TABLE로 확인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일부 V$는 DBA_ 뷰와 유사(V$DATAFILE ↔ DBA_DATA_FILES)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관례: V$ 이름은 단수, DBA_ 이름은 복수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8.11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데이터 딕셔너리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데이터베이스의 메타데이터(데이터에 관한 데이터)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SYS 소유, SYSTEM 테이블스페이스의 베이스 테이블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데이터 딕셔너리의 특성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베이스 테이블 직접 읽기 지양 → 사전 정의 뷰로 접근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Oracle 서버가 구조 변경 시 자동 유지·관리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모든 사용자가 (권한 범위 내) 조회 가능, SQL 직접 수정 금지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DICTIONARY(DICT): 딕셔너리 테이블·뷰의 이름·설명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DICT_COLUMNS: 각 뷰의 컬럼과 정의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1,000개+ 뷰가 수백 개 베이스 테이블 참조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C0392B"/>
                </a:solidFill>
                <a:latin typeface="Malgun Gothic"/>
              </a:rPr>
              <a:t>8.12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CDB_ / DBA_ / ALL_ / USER_ 뷰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840480"/>
            <a:ext cx="411480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접두사가 '보여 주는 데이터의 범위'를 결정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5CED6"/>
                </a:solidFill>
                <a:latin typeface="Malgun Gothic"/>
              </a:rPr>
              <a:t>•  USER_ ⊆ ALL_ ⊆ DBA_ ⊆ CDB_ (포함 관계)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네 접두사의 범위와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USER_: 현재 사용자가 소유한 객체(가장 좁음)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ALL_: 현재 사용자가 접근 권한을 가진 객체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DBA_: 한 컨테이너/PDB 내 모든 객체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CDB_: CDB 전체(모든 PDB)의 객체(가장 넓음)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USER_/ALL_은 모든 사용자, DBA_/CDB_는 DBA 권한 필요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모든 세트에 대응 뷰가 있는 건 아님(DBA_LOCK O, ALL_LOCK X)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CDB_ 뷰 사용 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672"/>
                </a:solidFill>
                <a:latin typeface="Malgun Gothic"/>
              </a:rPr>
              <a:t>루트 vs PDB 조회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254203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0515600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루트에서 모든 PDB의 테이블스페이스를 CON_ID로 구분해 조회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con_id, tablespace_name, contents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 2  FROM cdb_tablespaces ORDER BY con_id, tablespace_name;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EC699"/>
                </a:solidFill>
                <a:latin typeface="Consolas"/>
              </a:rPr>
              <a:t>-- 특정 PDB로 전환해 그 PDB의 테이블스페이스만 조회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ALTER SESSION SET CONTAINER = salespdb;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6E6E6"/>
                </a:solidFill>
                <a:latin typeface="Consolas"/>
              </a:rPr>
              <a:t>SQL&gt; SELECT tablespace_name, contents FROM dba_tablespaces;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퀴즈 1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Malgun Gothic"/>
              </a:rPr>
              <a:t>Q. SPFILE와 PFILE의 핵심 차이는?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830"/>
                </a:solidFill>
                <a:latin typeface="Malgun Gothic"/>
              </a:rPr>
              <a:t>A. SPFILE=바이너리·서버가 직접 읽고 씀·ALTER SYSTEM 변경이 재시작 후 유지. PFILE=텍스트·읽기 전용·수동 편집. 검색 순서 spfile&lt;SID&gt;.ora→spfile.ora→init&lt;SID&gt;.ora.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Malgun Gothic"/>
              </a:rPr>
              <a:t>Q. ISSYS_MODIFIABLE의 세 값은?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830"/>
                </a:solidFill>
                <a:latin typeface="Malgun Gothic"/>
              </a:rPr>
              <a:t>A. IMMEDIATE=즉시 전체 세션 적용, DEFERRED=이후 세션부터 적용, FALSE=정적(SPFILE 기록 후 재시작). FALSE는 SPFILE 기동 전제.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퀴즈 3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Malgun Gothic"/>
              </a:rPr>
              <a:t>Q. SCOPE=MEMORY/SPFILE/BOTH의 차이는?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830"/>
                </a:solidFill>
                <a:latin typeface="Malgun Gothic"/>
              </a:rPr>
              <a:t>A. MEMORY=메모리만·즉시·재시작 시 소실(PFILE 기동 시 유일). SPFILE=SPFILE만·재시작 후 적용. BOTH=둘 다·즉시+지속, SPFILE 기동 시 기본값.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Malgun Gothic"/>
              </a:rPr>
              <a:t>Q. ADR base의 위치는 무엇으로 정해지는가?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830"/>
                </a:solidFill>
                <a:latin typeface="Malgun Gothic"/>
              </a:rPr>
              <a:t>A. DIAGNOSTIC_DEST 파라미터. 미지정 시 ORACLE_BASE, 없으면 $ORACLE_HOME/log. home=&lt;base&gt;/diag/&lt;제품&gt;/&lt;db_id&gt;/&lt;inst&gt;. V$DIAG_INFO로 확인.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퀴즈 5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Malgun Gothic"/>
              </a:rPr>
              <a:t>Q. V$ 뷰를 OPEN 전에도 일부 조회할 수 있는 이유는?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830"/>
                </a:solidFill>
                <a:latin typeface="Malgun Gothic"/>
              </a:rPr>
              <a:t>A. 디스크 테이블이 아니라 메모리 구조 기반 가상 테이블이기 때문. V$BGPROCESS는 NOMOUNT에서도, V$DATAFILE은 MOUNT 이후에 의미. 읽기 일관성은 미보장.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Malgun Gothic"/>
              </a:rPr>
              <a:t>Q. CDB_/DBA_/ALL_/USER_의 범위·권한 차이는?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02830"/>
                </a:solidFill>
                <a:latin typeface="Malgun Gothic"/>
              </a:rPr>
              <a:t>A. USER_=소유, ALL_=접근 가능, DBA_=한 PDB 전체, CDB_=CDB 전체. 좁은 세트는 넓은 세트의 부분집합. USER_/ALL_은 모두, DBA_/CDB_는 DBA 권한 필요.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요약 (Summary)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파라미터 파일: SPFILE(바이너리·영구) vs PFILE(텍스트·수동), 검색 순서 spfile→init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유형: 기본/고급·파생·OS 종속. ALTER SESSION/SYSTEM, ISSES/ISSYS/ISPDB_MODIFIABLE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SCOPE(MEMORY/SPFILE/BOTH)로 반영 범위, DEFERRED로 적용 시점 제어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조회: SHOW PARAMETER + V$PARAMETER/V$SPPARAMETER/V$SYSTEM_PARAMETER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진단: ADR(알림 로그·트레이스·DDL 로그), ADRCI, 결함 진단 인프라, 퍼징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조회 뷰: 동적 성능 뷰(실시간)·데이터 딕셔너리(정적), USER_→ALL_→DBA_→CDB_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실습 8 개요 (Practice Overview)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실습 8-01 파라미터 조회·수정 — SHOW PARAMETER/V$PARAMETER, ALTER SYSTEM/SESSION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실습 8-02 SCOPE·DEFERRED — MEMORY/SPFILE/BOTH와 DEFERRED 동작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실습 8-03 ADR·알림 로그 — V$DIAG_INFO, alert_SID.log 조회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실습 8-04 트레이스·DDL 로그 — 트레이스 확인, ENABLE_DDL_LOGGING 활성화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실습 8-05 동적 성능 뷰 — V$SESSION/V$LOCK/V$SQL 조회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실습 8-06 딕셔너리 뷰 비교 — CDB_/DBA_/ALL_/USER_ 범위 차이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02830"/>
                </a:solidFill>
                <a:latin typeface="Malgun Gothic"/>
              </a:rPr>
              <a:t>•  ※ 반드시 학습·테스트용 CDB에서만 수행할 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