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9장에서 Oracle Net Services의 큰 그림(연결/세션, 리스너, 전용/공유 서버)을 개관했다. 10장은 '짧은 이름이 어떻게 실제 서버 주소로 바뀌어 리스너를 거쳐 인스턴스에 도달하는가'라는 이름 해석 메커니즘과 네 가지 네이밍 방법을 다룬다. 나아가 접속의 목적지인 데이터베이스 서비스로 워크로드를 관리하고 DBMS_SERVICE로 서비스를 생성하는 방법까지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목표는 '이름→기술자→리스너→서버 프로세스→세션'으로 이어지는 접속 전 과정의 이해로 요약된다. 네 정보, 연결 기술자, 이름 해석, 연결 확립, 세션, 네이밍 방법, 데이터베이스 서비스가 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앞부분(10.1~10.5)은 접속의 원리(정보·기술자·이름 해석·연결 확립·세션), 중간(10.6~10.9)은 네이밍 방법 상세, 뒷부분(10.10~10.11)은 데이터베이스 서비스와 생성으로 세 묶음이다.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클라이언트가 리스너라는 게이트웨이를 찾아가려면 무엇을 알아야 하는지 정리한다. 호스트·포트·프로토콜로 리스너를 찾고 서비스 이름으로 요청한다.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애플리케이션은 리스너의 호스트·프로토콜·포트로 리스너를 찾은 뒤, 마지막으로 연결할 서비스 이름을 알아야 한다. Easy Connect 문자열 host:port/service에 이 구조가 그대로 드러난다. 이름 해석은 사용자가 댄 짧은 이름을 이 네 정보로 푸는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클라이언트는 완전한 연결 기술자를 직접 쓰거나, 짧은 이름을 대고 Oracle Net이 해석하게 할 수 있다. 뒤에서 다룰 네이밍 방법들은 결국 '네 정보를 어디 저장하고 어떻게 찾아오느냐'의 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정보를 담는 그릇인 연결 기술자의 구조와, 그 목적지인 데이터베이스 서비스가 어떤 이름으로 식별되는지를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데이터베이스는 SERVICE_NAMES로 지정되는 서비스 이름으로 식별되며 기본값은 전역 데이터베이스 이름(DB_NAME+DB_DOMAIN)이다. 하나의 인스턴스가 여러 서비스 이름을 동시에 광고할 수 있고, 이것이 10.10의 워크로드 관리 토대가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SERVICE_NAMES의 기본값은 DB_NAME+DB_DOMAIN을 결합한 전역 데이터베이스 이름이다. 콤마로 여러 값을 넣으면 한 인스턴스가 여러 서비스를 광고해 접속 경로별로 워크로드를 나눌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연결 기술자는 ADDRESS(리스너 위치=어디로)와 CONNECT_DATA(목표 서비스=무엇에)의 두 부분으로 이루어진다. ADDRESS가 10.1의 '리스너 찾기 3요소'에 해당한다. CONNECT_DATA에 SERVER 절을 더해 전용/공유를 고를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바깥 DESCRIPTION이 전체를 감싸고, ADDRESS가 리스너 위치를, CONNECT_DATA가 목표 서비스를 지정한다. 사용자는 이 복잡한 블록 대신 짧은 넷 서비스 이름만 대면 되고, 네이밍 방법이 이를 이 기술자로 해석한다.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접속의 출발점인 연결 문자열이 무엇으로 이루어지고, 그 안의 연결 식별자가 어떻게 연결 기술자로 해석되는지를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사용자는 연결 문자열을 보내 접속을 시작한다. 연결 문자열은 인증용 사용자/비밀번호와 목적지를 가리키는 연결 식별자로 이루어진다. 넷 서비스 이름은 가장 흔한 연결 식별자로, 복잡한 DESCRIPTION 대신 짧은 이름만 대면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목적지를 세 가지 형태의 연결 식별자로 표현할 수 있다. (1) 짧은 넷 서비스 이름, (2) 전체 연결 기술자, (3) Easy Connect 문자열. 실무에서 사람은 대개 (1)이나 (3)을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넷 서비스 이름이 쓰이면 연결 처리는 그 이름을 연결 기술자로 매핑해 이뤄진다. 매핑 정보의 저장 위치(로컬 파일/중앙 LDAP/없음)에 따라 네이밍 방법이 갈린다. 이름 해석은 이 장 전체를 관통하는 핵심 개념이다.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이름 해석이 끝나 완전한 연결 기술자를 손에 쥔 뒤, 연결 요청이 리스너에 도착해 처리되는 과정을 단계별로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이름 해석이 끝나면 연결 요청이 리스너로 전달된다. 리스너의 첫 임무는 방금 들어온 요청이 자신이 아는 유효한 서비스를 찾고 있는지 확인하는 것이다. 리스너가 아는 서비스는 9장의 동적 서비스 등록(LREG)이나 정적 등록으로 등록된 목록이다.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리스너의 확인 결과에 따라 처리가 세 갈래로 나뉜다. tnsping은 서비스 이름을 요청하지 않아 확인응답만, 무효 서비스는 오류(ORA-12514), 유효 서비스는 새 서버 프로세스 생성으로 이어진다. 이 분기를 알면 접속 오류 진단이 쉬워진다.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tnsping OK는 '이름이 주소로 해석되고 리스너가 살아 있다'만 보장하지, 서비스 등록까지는 검증하지 않는다. 그래서 tnsping은 되는데 실제 접속은 ORA-12514로 실패할 수 있다. 해결은 인스턴스 OPEN 또는 ALTER SYSTEM REGISTER다.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유효 서비스 확인 후 주도권이 리스너에서 서버 프로세스로 넘어간다. 서버 프로세스 생성, 세션 확립, 전용 서버 작업을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리스너는 유효 서비스 요청에 대해 서버 프로세스를 생성하고, 사용자 프로세스의 주소 정보를 포함한 초기화 정보를 전달한 뒤 물러난다. 리스너가 '중매자'라는 9장의 비유가 바로 이 핸드오프 대목이다.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 프로세스가 자격증명을 확인하고 유효하면 세션이 만들어진다. 이제 이 세션으로 SQL을 실행하고 결과를 받는다. 접속 전 과정은 '이름 해석→리스너 확인→서버 프로세스→인증→세션'으로 요약된다.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세션 확립 후 전용 서버 프로세스는 서버에서 사용자의 에이전트가 된다. SQL 파싱·실행, 버퍼 캐시 확인·블록 읽기, PGA 정렬 관리, 결과 반환, 감사 보고를 담당한다. 전용 서버에서는 이 일을 그 사용자만의 프로세스가 전담해 세션과 1:1 대응한다.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후 V$SESSION으로 내 세션이 확립되었는지, SERVER 컬럼으로 전용(DEDICATED)인지 확인한다. paddr=addr 조인으로 세션이 어떤 OS 서버 프로세스(spid)와 짝지어졌는지 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이름을 기술자로 해석하는 방법 자체의 종류를 개관한다. Oracle Net은 네 가지 네이밍 방법을 지원한다.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네이밍 방법은 연결 정보를 어디 저장하고 어떻게 찾아오느냐가 다르다. Easy Connect는 저장소 없이 문자열 자체, Local은 로컬 파일, Directory는 중앙 LDAP, External은 서드파티 네이밍 서비스(NIS/DCE CDS)를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 핵심은 '연결 정보 변경 빈도'와 '클라이언트 수'다. 자주 바뀌고 클라이언트가 많으면 매번 tnsnames.ora를 고치기 어려워 중앙 LDAP이 유리하다. 실무에선 sqlnet.ora의 우선순위로 여러 방법을 폴백하도록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NAMES.DIRECTORY_PATH는 클라이언트가 연결 식별자를 해석할 때 시도하는 네이밍 방법의 순서를 정한다. NAMES.DEFAULT_DOMAIN을 두면 사용자가 짧은 이름만 대도 기본 도메인이 자동으로 붙는다.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간단한 네이밍 방법인 Easy Connect를 상세히 본다. 구성이 필요 없는 대신 지원 범위가 제한적이다.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Easy Connect는 기본 활성화되어 구성 파일 없이 쓸 수 있지만 TCP만 지원하고 SSL·페일오버·로드밸런싱 같은 고급 옵션은 지원하지 않는다. 고급 기능이 필요하면 로컬/디렉터리 네이밍을 써야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포트를 생략하면 1521, 서비스 이름을 생략하면 호스트명과 동일한 서비스를 가정한다. 그래서 서비스 이름이 호스트명과 같으면 문자열을 크게 줄일 수 있다. 이 단축은 SERVICE_NAMES 값들 중 하나만 조건에 맞으면 성립한다.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널리 쓰이는 정식 네이밍 방법인 로컬 네이밍을 본다. 넷 서비스 이름과 연결 기술자 매핑을 로컬 파일에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로컬 네이밍은 사용자가 준 별칭을 알려진 서비스의 로컬 목록(tnsnames.ora)과 대조해 연결 기술자로 변환한다. 모든 프로토콜과 고급 옵션을 지원하고, 사용자는 orcl 같은 짧은 별칭만 외우면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tnsnames.ora의 기본 위치는 network/admin이지만 TNS_ADMIN으로 다른 디렉터리를 지정할 수 있다. 로컬 네이밍은 구성이 안정적일 때 적합하며, 주소가 바뀌면 모든 클라이언트 파일을 갱신해야 하는 부담이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tnsnames.ora에 넷 서비스 이름 orcl을 정의하면 사용자는 @orcl로 접속한다. TNS_ADMIN을 설정하면 표준 경로 대신 그 디렉터리의 구성 파일을 쓴다. 여러 ADDRESS에 LOAD_BALANCE/FAILOVER를 더하면 로드밸런싱·페일오버도 구성할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연결 정보를 로컬 파일이 아니라 중앙 LDAP에 저장하는 디렉터리 네이밍을 본다. 대규모 환경의 이름 관리 부담을 해결한다.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디렉터리 네이밍도 별칭을 목록과 대조해 기술자로 변환하는데, 목록이 중앙 LDAP에 있다는 점만 로컬 네이밍과 다르다. 사용자 경험은 동일하다. OID나 Active Directory 같은 LDAP 서버가 필요하며 모든 프로토콜과 고급 옵션을 지원한다.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디렉터리 네이밍의 핵심 이점은 연결 정보를 중앙에서 한 번만 갱신하면 모든 클라이언트가 즉시 반영한다는 것이다. 조직이 커져 tnsnames.ora 배포가 감당하기 어려워지면 디렉터리 네이밍 도입을 검토할 시점이다.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접속의 목적지인 데이터베이스 서비스를 능동적으로 활용해 워크로드를 관리하는 개념을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서비스는 '이 접속 경로는 어떤 작업을 위한 것'이라고 이름 붙인 논리적 창구다. 여러 서비스를 두면 접속 경로별로 식별·자원 배분·모니터링을 나눌 수 있다. PDB에도 서비스를 정의하며, 서비스 이름은 CDB와 리스너 범위에서 고유해야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V$ACTIVE_SERVICES로 CDB/PDB에 등록된 서비스를 조회한다. PDB를 만들면 PDB 이름과 같은 기본 서비스가 자동 생성되어 그 서비스로 해당 PDB에 접속할 수 있다. 워크로드를 별도 서비스로 나누면 Resource Manager·모니터링과 연계된다.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 생성 기본 서비스 외에 관리자가 직접 서비스를 정의·운영하는 방법을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DBMS_SERVICE로 서비스를 만들고 시작하면 LREG가 리스너에 등록해 접속을 받는다. 단, Oracle Restart나 RAC로 관리되는 데이터베이스는 반드시 SRVCTL로 서비스를 다뤄야 클러스터 자원 정의와 일관되고 장애 조치와 연동된다.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대상 PDB로 컨테이너를 바꾼 뒤 CREATE_SERVICE로 서비스를 만들고 START_SERVICE로 시작한다. 시작해야 리스너에 등록되어 접속을 받는다. DBA_SERVICES로 생성 결과를 확인하고, lsnrctl status로 리스너 등록도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Q1은 리스너 찾기 3요소+요청 1요소를, Q2는 연결 기술자가 ADDRESS(위치)와 CONNECT_DATA(서비스)로 나뉨을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Q3은 기본 서비스 이름=DB_NAME+DB_DOMAIN과 SERVICE_NAMES의 다중 값을, Q4는 CONNECT 패킷의 미요청·무효·유효 세 분기를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Q5는 네 네이밍 방법의 저장소 차이를, Q6은 Grid Infrastructure 관리 환경에서 SRVCTL을 써야 하는 이유(클러스터 자원 일관성)를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'접속에 필요한 정보 → 연결 기술자·서비스 이름 → 이름 해석 → 연결 확립 → 세션 → 네이밍 방법 → 데이터베이스 서비스'의 흐름으로 요약된다. 11장(리스너 구성)·12장(공유 서버)으로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실습으로 네이밍 방법과 데이터베이스 서비스를 실제 구성·확인한다. Easy Connect 접속, tnsnames.ora 구성, LDAP 우선순위, 서비스 조회, DBMS_SERVICE 생성을 손으로 익힌다. 구성 파일은 백업 후 수정하고 생성한 서비스는 실습 후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algun Gothic"/>
              </a:rPr>
              <a:t>Oracle Database 19c Administration Workshop  ·  제10장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네이밍 방법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5CED6"/>
                </a:solidFill>
                <a:latin typeface="Malgun Gothic"/>
              </a:rPr>
              <a:t>이름 해석 · 연결 기술자/서비스 이름 · 연결 확립 · Easy Connect/Local/Directory · 데이터베이스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연결에 필요한 네 정보(호스트·포트·프로토콜·서비스 이름)를 설명한다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기술자(ADDRESS+CONNECT_DATA)와 서비스 이름(SERVICE_NAMES=DB_NAME+DB_DOMAIN)을 이해한다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이름 해석과 연결 식별자·넷 서비스 이름을 구분한다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리스너의 CONNECT 패킷 처리와 연결 확립 과정을 설명한다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서버 프로세스의 세션 생성과 전용 서버 작업을 나열한다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네이밍 방법(Easy Connect·Local·Directory·External)을 비교한다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 서비스로 워크로드를 관리하고 DBMS_SERVICE로 서비스를 만든다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10.1 연결에 필요한 정보 · 10.2 연결 기술자와 서비스 이름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10.3 이름 해석과 연결 식별자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10.4 연결 확립 과정(CONNECT 패킷) · 10.5 세션과 서버 프로세스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10.6 네이밍 방법 개관 · 10.7 Easy Connect · 10.8 Local Naming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10.9 Directory Naming(LDAP)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10.10 데이터베이스 서비스로 워크로드 관리 · 10.11 DBMS_SERVICE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10.12 퀴즈 · 10.13 요약 · 10.14 실습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네트워크 연결 확립에 필요한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리스너 찾기 3요소: 호스트·포트·프로토콜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요청 1요소: 서비스 이름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이름 해석 = 이 정보를 결정하는 프로세스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Oracle Net이 알아야 하는 네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호스트(HOST): 리스너가 떠 있는 서버 호스트명/IP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포트(PORT): 리스너가 대기하는 포트(기본 1521)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프로토콜(PROTOCOL): 통신 전송 프로토콜(대개 TCP)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서비스 이름(SERVICE_NAME): 연결할 데이터베이스 서비스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앞 3요소=리스너 찾기 / 마지막=리스너에 요청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Oracle Net 이름 해석 = 이 연결 정보를 결정하는 과정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 정보가 오는 두 가지 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① 연결 기술자 자체를 직접 사용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문자열 안에 호스트·포트·프로토콜·서비스 명시(Easy Connect)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② 연결 기술자로 해석되는 이름을 사용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짧은 이름만 대면 네이밍 방법이 기술자로 확장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로컬 네이밍(tnsnames.ora)·디렉터리 네이밍(LDAP)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네이밍 방법 = 이 정보를 어디 저장하고 어떻게 찾느냐의 차이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연결 기술자와 데이터베이스 서비스 이름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데이터베이스는 클라이언트에게 '서비스'로 보임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SERVICE_NAMES = 기본값 DB_NAME + DB_DOMAIN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연결 기술자 = ADDRESS + CONNECT_DATA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데이터베이스는 '서비스'로 표현된다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데이터베이스는 하나 이상의 서비스와 연관 가능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SERVICE_NAMES 파라미터로 서비스 이름 식별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기본 서비스 이름 = 전역 데이터베이스 이름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= DB_NAME(데이터베이스 이름) + DB_DOMAIN(도메인)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finance + us.flowers.com → finance.us.flowers.com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SERVICE_NAMES는 콤마로 구분된 여러 값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서비스 이름 관련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SERVICE_NAMES · DB_NAME · DB_DOMAIN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7856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service_names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TYPE   VALUE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 ------ ----------------------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service_names  string finance.us.flowers.com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db_name     -- finance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db_domain   -- us.flowers.com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여러 서비스 이름을 동시에 광고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service_names 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 'finance.us.flowers.com, sales.us.flowers.com';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 기술자(Connect Descriptor)의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DESCRIPTION: 연결 기술자 전체를 감싸는 컨테이너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ADDRESS: '어디로' — PROTOCOL·HOST·PORT(리스너 위치)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CONNECT_DATA: '무엇에' — SERVICE_NAME(목표 서비스)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(선택) SERVER=DEDICATED/SHARED로 서버 방식 선택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클라이언트는 기술자 자체 또는 해석되는 이름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 기술자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finance.us.flowers.com 서비스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5420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(DESCRIPTION=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(ADDRESS=(PROTOCOL=tcp)(HOST=flowers-server)(PORT=1521))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(CONNECT_DATA=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(SERVICE_NAME=finance.us.flowers.com)))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ADDRESS = 어디로(프로토콜·호스트·포트)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CONNECT_DATA = 무엇에(서비스 이름)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이름 해석과 연결 식별자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연결 문자열 = 사용자/비밀번호 + 연결 식별자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넷 서비스 이름 = 가장 흔한 연결 식별자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이름 해석 = 넷 서비스 이름 → 연결 기술자 매핑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 문자열과 연결 식별자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문자열 = 사용자이름/비밀번호 + 연결 식별자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식별자(connect identifier)는 두 형태 중 하나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연결 기술자 자체(완전한 위치·서비스 정보)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연결 기술자로 해석되는 이름(짧은 별칭)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가장 일반적인 연결 식별자 = 넷 서비스 이름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서비스에 대한 단순한 이름(예: sales)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 식별자의 세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넷 서비스 이름 · 기술자 · Easy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474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(1) 넷 서비스 이름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hr/hr@sales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(2) 연결 기술자 자체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hr/hr@(DESCRIPTION=(ADDRESS=(PROTOCOL=tcp)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(HOST=flowers-server)(PORT=1521))(CONNECT_DATA=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(SERVICE_NAME=finance.us.flowers.com)))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(3) Easy Connect 문자열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hr/hr@flowers-server:1521/finance.us.flowers.com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이름 해석(Name Resolution)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넷 서비스 이름 → 연결 기술자로 매핑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매핑 정보는 하나 이상의 정보 저장소에 저장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네이밍 방법(naming method)으로 해석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로컬 파일(tnsnames.ora) → 로컬 네이밍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중앙 LDAP → 디렉터리 네이밍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저장소 없이 문자열 자체 → Easy Connect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DNS가 도메인→IP 풀듯, 네이밍 방법이 이름→기술자 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연결 확립 — 리스너의 CONNECT 패킷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이름 해석 후 연결 요청이 리스너에 도착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리스너가 CONNECT 패킷의 서비스 이름 유효성 확인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미요청·무효·유효 세 경우로 분기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 요청이 리스너에 도착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이름 해석 완료 후 연결 요청이 사용자 프로세스→리스너 전달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사용자 프로세스 = 사용자 또는 미들티어 애플리케이션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리스너가 CONNECT 패킷 수신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CONNECT 패킷이 유효한 서비스 이름을 요청하는지 확인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리스너가 아는 서비스 = 동적/정적 등록된 서비스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CONNECT 패킷 처리 — 세 경우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① 서비스 이름 미요청(예: tnsping)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리스너가 확인응답만, 다른 작업 없음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② 유효하지 않은 서비스 이름 요청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리스너가 사용자 프로세스에 오류 코드 전송(ORA-12514)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③ 유효한 서비스 이름 요청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리스너가 연결 처리할 새 서버 프로세스 생성 → 정상 흐름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tnsping과 서비스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확인응답 vs 오류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529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tnsping sales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...Attempting to contact (DESCRIPTION=(ADDRESS=...))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OK (10 msec)      -- 서비스 이름 미요청 → 확인응답만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sqlplus hr/hr@flowers-server:1521/wrong_service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ERROR: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ORA-12514: TNS:listener does not currently know of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service requested in connect descriptor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사용자 세션과 서버 프로세스의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리스너가 새 서버 프로세스 생성 후 핸드오프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자격증명 확인 → 사용자 세션 생성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전용 서버 프로세스 = 사용자의 에이전트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서버 프로세스 생성과 핸드오프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유효한 서비스 요청 시 리스너가 새 프로세스 생성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이 새 프로세스 = 서버 프로세스(server process)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리스너가 프로세스에 연결, 사용자 주소 등 초기화 정보 전달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핸드오프 후 리스너는 더 이상 이 연결 처리 안 함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작업이 서버 프로세스로 넘어감, 리스너는 다음 대기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인증과 사용자 세션의 확립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서버 프로세스가 사용자 자격증명(대개 비밀번호) 확인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자격증명 유효 → 사용자 세션(user session) 생성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세션 = 현재 사용자 로그인 상태의 논리적 엔티티(9장)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전체 흐름: 이름 해석 → CONNECT 패킷 확인 →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서버 프로세스 생성 → 자격증명 확인 → 세션 생성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전용 서버 프로세스가 담당하는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발행된 모든 SQL 문의 파싱·실행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필요한 데이터 블록이 버퍼 캐시에 있는지 확인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없으면 디스크 데이터 파일 → SGA 버퍼 캐시로 블록 읽기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정렬 작업 관리(Sort Area는 PGA에 포함)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사용자 프로세스에 결과 반환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감사 옵션 읽고 감사 목적지에 보고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세션과 서버 프로세스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V$SESSION · V$PROCESS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7856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hr/hr@flowers-server:1521/finance.us.flowers.com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Connected.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sid, username, server, logon_time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v$session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WHERE sid = SYS_CONTEXT('USERENV','SID');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세션을 담당하는 서버 프로세스(OS PID)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s.sid, p.spid FROM v$session 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JOIN v$process p ON s.paddr=p.addr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WHERE s.sid = SYS_CONTEXT('USERENV','SID');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네이밍 방법 개관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Easy Connect · Local · Directory · External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'정보를 어디 저장하고 어떻게 찾느냐'의 차이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sqlnet.ora NAMES.DIRECTORY_PATH로 우선순위 지정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Oracle Net이 지원하는 네이밍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Easy Connect: TCP/IP 연결 문자열, 구성 불필요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username/password@host[:port][/service_name]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Local: 연결 기술자를 로컬 tnsnames.ora에 저장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Directory: 연결 식별자를 중앙 LDAP 디렉터리에 저장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External: 넷 서비스 이름을 비Oracle 서비스에 저장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NIS External Naming, DCE CDS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어느 방법을 선택할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기준: 연결 정보가 얼마나 자주 바뀌나 + 클라이언트 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소수·임시 접속 → Easy Connect(구성 불필요)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안정적 구성 → Local(tnsnames.ora)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대규모·자주 변경 → Directory(중앙 LDAP)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기존 NIS/DCE 인프라 보유 → External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NAMES.DIRECTORY_PATH로 우선순위·폴백 구성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네이밍 우선순위 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sqlnet.ora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529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Easy Connect 먼저, 실패 시 로컬(tnsnames.ora)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NAMES.DIRECTORY_PATH = (EZCONNECT, TNSNAMES)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디렉터리 네이밍 포함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NAMES.DIRECTORY_PATH = (TNSNAMES, LDAP, EZCONNECT)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짧은 이름에 자동으로 붙는 기본 도메인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NAMES.DEFAULT_DOMAIN = us.flowers.com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Easy Connect 네이밍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기본 활성화 · 구성 불필요 · TCP/IP만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host[:port][/service_name]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고급 옵션(페일오버·로드밸런싱) 미지원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Easy Connect의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기본적으로 활성화됨(별도 설정 불필요)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클라이언트 측 구성 파일 불필요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TCP/IP만 지원(SSL 미지원)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고급 옵션 미지원: 연결 시점 페일오버·소스 라우팅·로드 밸런싱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예: SQL&gt; CONNECT hr/hr@db.us.oracle.com:1521/dba11g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Easy Connect 형식과 단축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포트·서비스 이름 생략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전체 형식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&lt;username&gt;/&lt;password&gt;@&lt;host&gt;:&lt;port&gt;/&lt;service name&gt;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hr/hr@db.us.oracle.com:1521/dba11g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포트 생략 → 1521 가정, 서비스 생략 → 호스트명과 동일 가정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SERVICE_NAMES=db, DB_DOMAIN=us.oracle.com 이면: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hr/hr@db.us.oracle.com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 = connect hr/hr@db.us.oracle.com:1521/db.us.oracle.com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Local Naming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클라이언트 tnsnames.ora에 연결 기술자 저장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모든 프로토콜 + 고급 옵션 지원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TNS_ADMIN으로 파일 위치 변경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Local Naming의 특징과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클라이언트 측 이름-해석 파일(tnsnames.ora) 필요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Oracle Net 프로토콜 지원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고급 옵션 지원: 페일오버·소스 라우팅·로드 밸런싱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사용자가 별칭 제공 → 로컬 목록과 대조 → 호스트·프로토콜·포트·서비스로 변환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긴 문자열 대신 짧은 별칭만 기억(예: @orcl)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tnsnames.ora 위치와 TNS_ADMIN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기본 위치: &lt;oracle_home&gt;/network/admin/tnsnames.ora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TNS_ADMIN 환경변수로 다른 위치 지정 가능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여러 Oracle 홈·구성 파일 공유 시 유용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로컬 네이밍은 구성이 자주 바뀌지 않는 조직에 적합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주소 변경 시 모든 클라이언트 파일 갱신 필요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tnsnames.ora와 TNS_ADMIN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별칭 정의 · 위치 지정 · 접속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orcl 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(DESCRIPTION 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(ADDRESS=(PROTOCOL=TCP)(HOST=db.us.oracle.com)(PORT=1521))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(CONNECT_DATA=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(SERVER=DEDICATED)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(SERVICE_NAME=orcl.us.oracle.com)))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export TNS_ADMIN=/u01/app/oracle/net_config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sqlplus hr/hr@orcl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Directory Naming 상세 (LDAP)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연결 정보를 중앙 LDAP 디렉터리에 저장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OID · Microsoft Active Directory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구성이 자주 바뀌는 대규모 조직에 적합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Directory Naming의 동작과 요구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사용자가 별칭 제공 → 알려진 서비스 외부 목록과 대조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일치 시 호스트·프로토콜·포트·서비스로 변환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로컬 네이밍과 차이: 목록이 로컬 아닌 외부(중앙)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필요: Oracle Net 정보 로드된 LDAP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Oracle Internet Directory, Microsoft Active Directory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프로토콜·고급 옵션 지원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중앙집중식 관리의 이점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정보가 중앙 한 곳(LDAP)에만 저장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서버 주소·서비스 변경 시 디렉터리 한 번만 갱신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수백 대 tnsnames.ora 배포·갱신 불필요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구성이 자주 변경되는 대규모 조직에 적합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사용자 경험은 로컬 네이밍과 동일(짧은 별칭)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데이터베이스 서비스로 워크로드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서비스 = 특정 워크로드/애플리케이션의 명명된 표현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워크로드 그룹화·라우팅·자원 배분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PDB에도 서비스 정의(고유성 규칙)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데이터베이스 서비스와 여러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서비스 = 하나 이상 인스턴스가 호스팅하는 워크로드의 명명된 표현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워크로드 그룹화 + 요청을 적절한 인스턴스로 라우팅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여러 서비스를 두면: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단일 DB를 서로 다른 클라이언트가 다르게 식별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서비스별 자원 제한·예약 가능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PDB에도 서비스 정의, 서비스 이름은 CDB/리스너 범위에서 고유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서비스 조회와 PDB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V$ACTIVE_SERVICES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7856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network_name, con_id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v$active_services ORDER BY con_id, name;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NETWORK_NAME             CON_ID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 ------------------------ 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cdb1        cdb1.us.oracle.com            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salespdb    salespdb.us.oracle.com        3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hrpdb       hrpdb.us.oracle.com           4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PDB의 기본 서비스로 접속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hr/hr@host:1521/salespdb.us.oracle.com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10.11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DBMS_SERVICE로 서비스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DBMS_SERVICE.CREATE_SERVICE / START_SERVICE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PDB 안에서 서비스 정의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Oracle Restart·RAC 환경은 SRVCTL 사용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DBMS_SERVICE와 SRVCTL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DBMS_SERVICE로 서비스 정의 후 넷 서비스 이름으로 앱 할당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흐름: CREATE_SERVICE → START_SERVICE → 접속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START_SERVICE해야 리스너에 등록되어 접속 가능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STOP_SERVICE / DELETE_SERVICE로 중지·삭제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Oracle Restart(단일)·RAC(Clusterware)는 SRVCTL 필수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서비스가 클러스터 자원으로 등록되어야 HA 연동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서비스 생성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CREATE_SERVICE · START_SERVICE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7856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SESSION SET CONTAINER = salespdb;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BEGIN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 DBMS_SERVICE.CREATE_SERVICE(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   service_name =&gt; 'sales_oltp',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4     network_name =&gt; 'sales_oltp.us.oracle.com');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5  END;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6  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EXEC DBMS_SERVICE.START_SERVICE('sales_oltp');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network_name FROM dba_services;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1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Oracle Net이 연결에 알아야 하는 네 정보는?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① 리스너 호스트 ② 포트(기본 1521) ③ 프로토콜(대개 TCP) ④ 서비스 이름. 앞 셋은 리스너 찾기, 마지막은 요청 대상. 이름 해석이 짧은 이름을 이 네 정보로 결정한다.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연결 기술자의 두 부분과 역할은?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ADDRESS=어디로(PROTOCOL·HOST·PORT, 리스너 위치), CONNECT_DATA=무엇에(SERVICE_NAME, 목표 서비스). 선택적으로 SERVER=DEDICATED/SHARED로 서버 방식 지정.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3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데이터베이스 기본 서비스 이름은 어떻게 결정되나?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SERVICE_NAMES로 식별되며 기본값은 전역 데이터베이스 이름=DB_NAME+DB_DOMAIN. 예: finance+us.flowers.com. SERVICE_NAMES는 콤마로 여러 값 가능.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리스너의 CONNECT 패킷 처리 세 경우는?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① 서비스 미요청(tnsping): 확인응답만 ② 무효 서비스: 오류 코드 전송(ORA-12514) ③ 유효 서비스: 새 서버 프로세스 생성 후 핸드오프.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5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네 네이밍 방법의 정보 저장 위치는?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Easy Connect=문자열 자체(저장소 없음), Local=클라이언트 tnsnames.ora, Directory=중앙 LDAP(OID/AD), External=비Oracle 서비스(NIS/DCE CDS).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DBMS_SERVICE 대신 SRVCTL을 써야 하는 경우와 이유는?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Oracle Restart(단일 인스턴스)·RAC(Clusterware) 관리 환경. 서비스가 클러스터(Grid Infrastructure) 자원으로 등록·관리되어야 HA·장애 조치와 일관되게 연동되기 때문.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연결에 필요한 네 정보: 호스트·포트·프로토콜·서비스 이름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기술자=ADDRESS+CONNECT_DATA, SERVICE_NAMES=DB_NAME+DB_DOMAIN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문자열=사용자/비번+연결 식별자, 이름 해석=이름→기술자 매핑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리스너 CONNECT 패킷: 미요청·무효·유효 세 처리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서버 프로세스=SQL 파싱·실행·블록 읽기·정렬·결과 반환·감사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네이밍: Easy Connect·Local(tnsnames)·Directory(LDAP)·External / 서비스로 워크로드 관리·DBMS_SERVICE·SRVCTL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실습 10 개요 (Practice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10-01 Easy Connect — host[:port]/service로 접속, 생략 규칙·오류 확인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10-02 Local Naming — tnsnames.ora 정의·TNS_ADMIN 설정·tnsping 검증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10-03 Directory Naming — NAMES.DIRECTORY_PATH로 LDAP 우선순위 확인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10-04 데이터베이스 서비스 — V$ACTIVE_SERVICES·DBA_SERVICES 조회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10-05 DBMS_SERVICE — CREATE/START_SERVICE로 서비스 생성·정리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※ 반드시 학습·테스트용 CDB에서만 수행할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