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D106546GC10 과정의 네 번째 장 'Accessing an Oracle Database'다. 1~3장이 인스턴스의 내부(메모리·프로세스·저장소)를 다뤘다면, 4장은 그 인스턴스에 '어떻게 접속하는가'와 '무슨 도구로 관리하는가'를 다룬다. 핵심 메시지: (1) 클라이언트는 데이터베이스가 아니라 인스턴스에 접속하며 연결(물리적 경로)과 세션(논리적 로그인 상태)은 다르다. (2) 접속·관리 도구는 SQL*Plus(자동화 기반), SQL Developer/SQLcl(개발·CLI), DBCA(생성), EM Express(단일 인스턴스 콘솔), EM Cloud Control(전사 통합)으로 역할이 나뉜다.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개 목표는 Oracle 공식 코스 Objectives를 따른다. 특히 (1) 연결/세션 구분, (2) OS 인증의 전제 조건, (7) EM Express가 열린 DB에서만 동작한다는 제약이 시험·실무의 단골 포인트다.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개념(4.1)에서 시작해 두 접속 방식(4.2 OS 인증, 4.3 Easy Connect), 도구 생태계(4.4~4.9), 퀴즈·요약·실습으로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우리가 흔히 '데이터베이스에 접속한다'고 말하지만 엄밀히는 인스턴스에 접속한다. NOMOUNT(인스턴스만 기동)나 RAC(1 DB에 여러 인스턴스)를 이해하려면 이 구분이 필수다.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1장의 '3+2' 그림을 떠올리자. 3대 구조=메모리+프로세스+저장소, 2대 실체=인스턴스(휘발)+데이터베이스(영구). 접속은 이 중 인스턴스로 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연결은 '선', 세션은 '그 선을 통해 로그인한 나의 상태'다. SQL Developer 한 창에서 계정을 바꿔 다시 붙으면 연결 맥락은 같아도 세션은 새로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SERVER=DEDICATED이면 전용 서버, SHARED이면 공유 서버(12장). SPID는 OS 프로세스 ID로, top/ps에서 CPU를 잡아먹는 프로세스를 세션과 매칭할 때 이 조인을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'접속이 안 돼요'를 세 축(누구/어디로/무슨 권한)으로 분해하면 오류 번호만 보고도 원인이 좁혀진다.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인스턴스를 시작/종료하려면 DB가 닫힌 상태에서도 접속할 수 있어야 한다. 비밀번호 인증은 이때 불가능하므로 OS 인증이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명령을 조각내면 의미가 분명해진다. /는 OS 인증, as sysdba는 관리 권한. 그래서 비밀번호 없이도 최고 권한으로 루트에 접속된다.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사용자는 SYS, 컨테이너는 루트(CDB$ROOT)다. 여기서 STARTUP/SHUTDOWN 같은 인스턴스 제어를 수행한다.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 oracle 로 그룹을 확인하고, v$pwfile_users로 관리 권한 계정을 점검한다. OS 인증은 강력한 만큼 접근을 엄격히 통제해야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RMAN 담당자에게 SYSDBA 대신 SYSBACKUP만 주면 최소 권한 원칙을 지킨다. SYS 공용 사용을 피하고 개별 계정+필요 권한으로 감사 추적성을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인증이 '로컬에서 루트로 관리자 접속'이라면, Easy Connect는 '앱·개발자가 특정 PDB로 접속'하는 가장 쉬운 방법이다.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PDB는 자기 이름과 동일한 기본 서비스를 자동 등록한다. 그래서 hrpdb에 접속하려면 .../hrpdb 처럼 서비스 이름을 적는다.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접속 후 SHOW CON_NAME으로 루트가 아니라 HRPDB에 들어왔음을 확인한다. 포트를 생략하면 1521이 가정된다.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Easy Connect는 의도적으로 단순하다. 고급 접속 제어가 필요하면 Net Services로 넘어간다. lsnrctl services로 등록 서비스를 확인하는 습관이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EXIT는 프로그램 종료·연결 해제·세션 종료를 한 번에 한다. 커밋되지 않은 트랜잭션은 EXIT 시 기본 커밋, 비정상 종료 시 롤백된다.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PDB 생성 하나만 봐도 SQL*Plus·DBCA·SQL Developer로 다 된다. 각 도구가 무엇에 특화됐는지 알면 상황에 맞게 고를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도구 7종의 한 줄 요약이다. 뒤 섹션에서 SQL*Plus·SQL Developer·DBCA·EM Express·EM Cloud Control을 상세히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유틸리티들은 각각 9~11장, 25~28장에서 상세히 다룬다. 여기서는 이름과 용도만 잡아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핵심: CDB를 처음부터 만드는 건 서버 로컬 도구가, 이미 있는 CDB에 PDB를 추가하거나 구조를 탐색하는 건 GUI/웹 도구가 담당한다.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GUI가 많아진 오늘날에도 SQL*Plus는 필수다. 항상 존재하고, 스크립트가 단순하며, 닫힌 DB 제어(STARTUP/SHUTDOWN)를 유일하게 수행한다.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SQL*Plus는 단순한 쿼리 실행기 그 이상이다. 관리 명령과 리포팅 기능까지 갖춰 DBA의 스위스 아미 나이프 역할을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DESCRIBE로 컬럼을 빠르게 확인하고, SET LINESIZE/PAGESIZE로 출력 폭을 조절한다. 리포트 품질을 좌우하는 기본기다.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 작업은 .sql로 저장해 호출한다. 여러 스크립트가 서로를 참조하는 배포 패키지에선 @@를 써야 경로가 안 깨진다.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SAVE는 .sql을 자동으로 붙이므로 @list_depts로 실행한다. 배치에서는 접속과 동시에 @script.sql로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히어 도큐먼트로 여러 SQL을 표준 입력으로 넘긴다. 운영 배치에선 외부 지갑으로 비밀번호를 제거하고, WHENEVER SQLERROR EXIT로 오류 시 즉시 중단하며, SPOOL로 로그를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SQLcl은 SQL*Plus에 익숙한 사용자가 거의 그대로 옮겨 타면서 생산성을 높인다. SET SQLFORMAT JSON은 SQL*Plus엔 없는 강력한 기능이다.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Developer는 개발 환경과 DBA 콘솔의 '두 얼굴'을 가진다. 여러 연결을 한 화면에서 관리한다.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Developer는 연결한 계정의 권한 범위에서만 정보를 보여 준다. 도구가 아니라 계정 권한으로 통제하는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GUI를 선호하는 관리자라면 상당수 일상 업무를 DBA 내비게이터에서 처리할 수 있다. 다만 개발자에게 남발하면 위험 작업까지 열리므로 권한 설계가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5장에서 DBCA로 실제 데이터베이스를 만든다. 여기서는 도구 지도의 한 축으로 개관한다.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동일 구성을 여러 서버에 반복 생성하거나 CI/CD에 넣을 때는 사일런트 모드가 이상적이다. 표준 구성은 시드 템플릿으로 빠르게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 없이 명령 한 줄로 CDB(PDB 1개 포함)를 생성한다. -characterSet은 생성 후 바꾸기 어려우므로 AL32UTF8 같은 유니코드를 신중히 선택한다(5장에서 상세).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Express는 소규모~중규모 단일 DB의 일상 관리에 적합하다. DBCA 체크박스 하나로 구성할 수도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Express는 Oracle XML DB 위의 서블릿이다. 이 구조 때문에 DB가 열려 있어야만 콘솔이 뜬다는 제약이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12c R2부터 전역 포트를 켜면 단일 포트로 CDB와 모든 PDB의 EM Express에 접근한다. 기본 HTTPS 포트는 흔히 5500이다.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콘솔이 DB 안에서 서비스되므로 DB가 닫히면 콘솔도 안 뜬다. 이것이 'SQL*Plus는 끝까지 대체 불가'인 이유다.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관리 대상이 하나면 Express, 대규모 통합이면 Cloud Control이다. 규모가 커지면 자연스럽게 Cloud Control로 확장한다.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Express가 DB 하나용 내장 콘솔이라면, Cloud Control은 수천 대 대상을 동시에 감시·관리하는 엔터프라이즈급 시스템이다.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 목표는 하이브리드 클라우드 통합 관리, 엔지니어드 시스템·미들웨어·DB 관리 강화다.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4단 구조 때문에 Cloud Control은 별도 설치(OMS+OMR)가 필요하다. EM Express가 '내장'인 것과 대비된다.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예전엔 온프레미스와 클라우드가 별개 도구였지만 Cloud Control이 단일 인터페이스로 통합한다. DB 관리 범위도 저장소부터 객체까지 폭넓다.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Q1-(b): 클라이언트는 파일이 아니라 메모리·프로세스 집합인 인스턴스에 접속한다. Q2-(b): 연결은 물리적 경로, 세션은 논리적 로그인 상태이며 한 연결 위에서 재접속으로 세션이 바뀔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Q3-(c): OS 인증은 비밀번호가 필요 없다. 로컬 실행과 OSDBA 그룹 멤버십이 전제다. Q4-(c): 슬래시 뒤 마지막 요소는 서비스 이름이며, 여기서는 대상 PDB의 서비스 이름이다.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Q5-(b): 세션 내에서는 @ 연산자로 실행하며 .sql 확장자는 생략 가능하다. Q6-(c): EM Express는 DB가 열려 있어야 동작하므로 인스턴스 시작은 SQL*Plus SYSDBA로 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1~3장의 인스턴스 구조 위에 '접속'을 얹었다. 세 축(누구/어디로/무슨 권한)과 두 접속 방식(OS 인증·Easy Connect)이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생태계를 '역할'로 기억하자. 만들기(DBCA/SQL), 개발(SQL Developer/SQLcl), 단일 관리(EM Express), 통합 관리(EM Cloud Control), 그리고 모든 것의 기반 SQL*Plus.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실습으로 이 장의 개념을 손에 익힌다. 각 트랜스크립트는 최소 한 곳 이상 오류를 일부러 내고 바로잡는 과정을 담아 실전 트러블슈팅 감각을 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algun Gothic"/>
              </a:rPr>
              <a:t>Oracle Database 19c Administration Workshop  ·  제4장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Oracle 데이터베이스 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C5CED6"/>
                </a:solidFill>
                <a:latin typeface="Malgun Gothic"/>
              </a:rPr>
              <a:t>연결 vs 세션 · OS 인증 · Easy Connect · SQL*Plus / SQLcl / SQL Developer · DBCA · EM Express · EM Cloud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클라이언트가 '데이터베이스 인스턴스'에 접속함을 이해하고 연결과 세션을 구분한다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OS 인증으로 CDB 루트에 SYSDBA 접속하는 방법과 전제 조건을 설명한다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Easy Connect 구문(host:port/service)으로 PDB에 접속한다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접속·관리 도구(SQL*Plus·SQL Developer·SQLcl·DBCA·EM Express·EM Cloud Control)의 용도를 설명한다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SQL*Plus에서 스크립트를 호출하는 세 가지 방법을 활용한다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 Developer의 연결·DBA 내비게이터로 수행하는 관리 작업을 이해한다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Express의 아키텍처·요구조건·전역 포트를 이해한다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Cloud Control의 4대 컴포넌트와 통합 관리 기능을 설명한다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4.1 접속 개념(연결 vs 세션)  ·  4.2 OS 인증으로 CDB 루트 접속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4.3 Easy Connect로 PDB 접속  ·  4.4 Oracle 도구 개관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4.5 SQL*Plus 상세(스크립트·쉘 연동·SQLcl)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4.6 SQL Developer(연결·DBA 액션)  ·  4.7 DBCA 개요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4.8 EM Database Express(아키텍처·요구조건·전역 포트)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4.9 EM Cloud Control(기능·4대 컴포넌트·통합 관리)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4.10 퀴즈  ·  4.11 요약  ·  4.12 실습 4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데이터베이스 인스턴스 접속의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클라이언트는 '데이터베이스(파일)'가 아니라 '인스턴스(메모리+프로세스)'에 접속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연결(connection) = 물리적 통신 경로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세션(session) = 인증~연결종료까지의 논리적 로그인 상태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접속의 대상 — 인스턴스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인스턴스 = SGA(메모리) + 백그라운드 프로세스 (휘발성)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 = 디스크의 데이터/컨트롤/리두 파일 (영구)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사용자 SQL을 처리하는 서버 프로세스는 인스턴스 안에서 동작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그래서 '접속 = 인스턴스 접속'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RAC: 하나의 데이터베이스에 여러 인스턴스가 접속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연결(Connection) vs 세션(Session)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연결: 클라이언트 프로세스와 인스턴스 사이의 물리적 통신 경로(TCP 소켓/IPC)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세션: 사용자 로그인 상태를 나타내는 논리적 엔티티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세션은 인증 성공 시점부터 연결 종료 시점까지 지속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세션이 담는 것: 현재 스키마·NLS 설정·커서·트랜잭션 컨텍스트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하나의 연결 위에서 재접속(DISCONNECT→CONNECT)으로 세션이 바뀔 수 있다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관찰: V$SESSION(세션) ↔ V$PROCESS(프로세스)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세션·프로세스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V$SESSION ↔ V$PROCESS — 세션과 OS 프로세스 매칭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35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3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현재 사용자 세션 확인(백그라운드 제외)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sid, serial#, username, program, server, status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v$session WHERE type='USER' ORDER BY sid;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SID    SERIAL# USERNAME  PROGRAM        SERVER    STATUS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 ---------- --------- -------------- --------- 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142       9271 SYS       sqlplus.exe    DEDICATED ACTIVE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154       3310 HR        SQL Developer  DEDICATED INACTIVE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내 세션과 연결된 서버 프로세스(OS PID) 확인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s.sid, p.spid AS os_pid, p.pname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v$session s JOIN v$process p ON s.paddr=p.addr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WHERE s.sid = SYS_CONTEXT('USERENV','SID');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접속에 필요한 세 가지 + 오류로 원인 좁히기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누구인가 — 사용자 식별과 인증(비밀번호 또는 OS 인증)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어디로 — 어느 호스트의 어느 리스너를 거쳐 어느 서비스로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어떤 권한으로 — 일반 접속 vs SYSDBA/SYSOPER 관리 접속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── 오류로 원인 좁히기 ──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인증 실패 → ORA-01017 (자격 증명 문제)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경로 문제 → ORA-12541·ORA-12514·TNS-12154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권한 문제 → ORA-01031 (로그인은 되나 작업 권한 부족)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운영체제 인증으로 CDB 루트에 접속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DB가 닫혀 있으면 사용자·비밀번호 딕셔너리를 못 읽는 '닭과 달걀' 문제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해결책 = OS가 검증한 로그인 사용자를 신뢰하는 OS 인증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sqlplus / as sysdba → SYS로 CDB$ROOT에 SYSDBA 접속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sqlplus / as sysdba 의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슬래시(/) = 사용자명/비밀번호 생략, 운영체제 인증 사용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as sysdba = 일반 접속이 아니라 SYSDBA 관리 권한으로 접속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결과: 사용자 SYS, 컨테이너 CDB$ROOT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SYSDBA 권한: STARTUP/SHUTDOWN, 백업/복구, 모든 객체 접근 등 최고 관리 권한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OS 인증 접속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비밀번호 없이 루트에 SYSDBA 접속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8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2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OS 인증으로 로컬 CDB 루트에 접속(비밀번호 불필요)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sqlplus / as sysdba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Connected to: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Oracle Database 19c Enterprise Edition Release 19.0.0.0.0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USER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USER is "SYS"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CON_NAME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CON_NAME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------------------------------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CDB$ROOT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OS 인증의 전제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① 인스턴스와 '동일한 로컬 머신'에서 실행 (원격 슬래시 인증 기본 불가)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② OS 사용자가 적절한 OS 그룹의 멤버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SYSDBA → OSDBA 그룹(리눅스 관례: dba)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SYSOPER → OSOPER 그룹(관례: oper)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보안 함의: '서버 로그인 + dba 그룹 = 사실상 DB 완전 통제'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→ oracle 계정·dba 그룹 멤버십은 소수에게만, 감사(24장)와 결합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Best Practice — 목적에 맞는 관리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SYSDBA는 무제한 권한 → 일상 작업까지 SYS로 처리하면 위험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12c+ 세분화 관리 권한: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SYSBACKUP: 백업/복구 전용 (사용자 데이터 조회 불가)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SYSDG: Data Guard 운영  /  SYSKM: TDE 키 관리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SYSASM: ASM 관리(34장)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관리자마다 개별 계정 → 감사 로그에 '누가' 남도록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Easy Connect 구문으로 PDB에 접속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클라이언트 측 설정 파일(tnsnames.ora) 없이 접속 문자열 하나로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서버에서 기본 활성화 — 별도 구성 불필요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형식: user/pw@host:port/service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Easy Connect 형식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형식: CONNECT &lt;user&gt;/&lt;pw&gt;@&lt;host&gt;:&lt;port&gt;/&lt;service name&gt;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host: 리스너가 떠 있는 서버(호스트명/IP)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port: 리스너 수신 TCP 포트 — 생략 시 기본값 1521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service name: 접속 대상 서비스 — 멀티테넌트에서는 대개 PDB의 서비스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service 생략 시: 호스트명과 동일한 서비스 가정(PDB 접속엔 명시 필수)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Easy Connect로 PDB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user/pw@host:port/service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590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3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일반 형식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hr/hr@host1.example.com:1521/db.example.com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PDB(hrpdb)에 접속하는 실제 예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hr/hr@dbsvr:1521/hrpdb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Connected.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HR@dbsvr&gt; SHOW CON_NAME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CON_NAME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------------------------------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HRPDB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포트 생략(리스너가 1521일 때 1521 가정)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hr/hr@dbsvr/hrpdb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커맨드라인에서 바로: $ sqlplus hr/hr@dbsvr:1521/hrpdb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Easy Connect의 제약과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전통적 Easy Connect는 TCP만 지원 (TCPS/SSL 미지원)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연결시점 페일오버·소스 라우팅·로드밸런싱 등 고급 옵션 미지원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→ 고급 기능 필요 시 tnsnames.ora 네트워크 서비스 이름/디렉터리 네이밍(9~11장)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19c Easy Connect Plus: 프로토콜·파라미터 지정 일부 확장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[참고] 접속엔 SID가 아니라 '서비스 이름'을 적는 것이 원칙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PDB OPEN→서비스 자동 등록 / 닫힘→서비스 사라짐(ORA-12514)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접속 해제(Disconnecting)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DISCONNECT(세션만) vs EXIT(종료)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650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2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세션만 끊고 SQL*Plus는 유지(재접속 준비)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HR@dbsvr&gt; DISCONNECT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Disconnected from Oracle Database 19c ...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같은 SQL*Plus에서 관리자 세션으로 재접속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CONNECT system/oracle@dbsvr:1521/hrpdb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Connected.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작업 종료: SQL*Plus 종료 + 연결 해제 + 세션 종료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SYSTEM@dbsvr&gt; EXIT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Oracle 데이터베이스 도구 개관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각 도구는 목적이 있지만 많은 작업은 여러 도구에서 중복 수행 가능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도구 선택은 상당 부분 취향과 상황의 문제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'만들기'는 서버 로컬 도구, '보기·관리'는 GUI/웹 도구가 강함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주요 도구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SQL*Plus — SQL/PL·SQL을 제출하는 커맨드라인 도구, 자동화의 기반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 Developer — GUI 개발·관리 도구, DBA 내비게이터로 관리 작업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SQLcl — 현대적 CLI(자동완성·JSON 출력 등), SQL*Plus 호환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DBCA — 데이터베이스(CDB/PDB) 생성·구성 GUI(서버 OS에서 실행)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Database Express — 단일 인스턴스용 경량 웹 콘솔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Cloud Control — 다수 대상 통합 관리 플랫폼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OMX — 클라우드 기반 관리(초기엔 EM Express 일부 대체)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보조 유틸리티들 ($ORACLE_HOME/bin)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lsnrctl — 리스너 시작/종료/상태·등록 서비스 조회 (11장)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netca / netmgr — Net 구성(리스너·네이밍) 마법사/GUI 편집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adrci — 자동 진단 저장소(ADR)의 알림 로그·트레이스 조회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sqlldr — SQL*Loader, 외부 텍스트 파일 고속 적재 (26장)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expdp / impdp — Data Pump Export/Import (25·27장)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도구 선택 기준 (Database Tool Choices)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CDB/PDB 생성: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CDB까지 신규 생성: SQL*Plus · SQLcl · DBCA · OUI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PDB만 추가: SQL Developer · EM Express · EM Cloud Control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CDB 인스턴스·구조·PDB 탐색: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지원: SQL*Plus · SQL Developer · SQLcl · EM Express · EM Cloud Control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– 미지원: DBCA · OUI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요약: '만들기'는 서버 로컬 도구, '보기·관리'는 GUI/웹 도구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SQL*Plus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SQL/PL·SQL을 제출하는 커맨드라인 프로그램, $ORACLE_HOME/bin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어디에나 존재 · 자동화에 최적 · SYSDBA 인스턴스 제어 가능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스크립트 호출: 커맨드라인 인자 · @ 연산자 · 쉘 스크립트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SQL*Plus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데이터베이스와 함께 설치, $ORACLE_HOME/bin 에 위치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리눅스: sqlplus 명령 / Windows: 시작 메뉴·명령 프롬프트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기능: SQL/PL·SQL 실행·편집·저장·조회·인쇄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DESCRIBE로 컬럼 정의 조회, PROMPT/ACCEPT로 사용자 상호작용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STARTUP·SHUTDOWN·ALTER SYSTEM 등 관리 작업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SET/COLUMN/BREAK/COMPUTE로 출력·리포트 정형화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SQL*Plus 시작과 기본 명령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SHOW USER · DESCRIBE ·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35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3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sqlplus / as sysdba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USER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USER is "SYS"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테이블 구조(컬럼 정의) 확인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DESCRIBE hr.employees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Name           Null?    Type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 -------------- -------- ------------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EMPLOYEE_ID    NOT NULL NUMBER(6)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LAST_NAME      NOT NULL VARCHAR2(25)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SALARY                  NUMBER(8,2)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SET LINESIZE 120 PAGESIZE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 스크립트 호출하기 — 두 가지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옵션 1: SQL*Plus 최초 호출 시 스크립트 실행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$ sqlplus hr/hr@HRPDB @script.sql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옵션 2: 세션 안에서 @ 연산자로 실행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SQL&gt; @script.sql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SAVE로 저장하면 .sql 자동 부여 → 실행 시 확장자 생략(@script)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@ = 시작 위치 기준 / @@ = 실행 중 스크립트 위치 기준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배치는 스크립트 끝에 EXIT 필수(없으면 프롬프트에서 멈춤)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스크립트 저장과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SAVE · @ 연산자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650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2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조회 결과를 스크립트로 저장(.sql 자동 부여)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* FROM hr.departments;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SAVE list_depts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Created file list_depts.sql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확장자 없이 실행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@list_depts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최초 호출 시 함께 실행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sqlplus hr/hr@HRPDB @script.sql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쉘 스크립트에서 SQL*Plus 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히어 도큐먼트(&lt;&lt;EOF ... EOF)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8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2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# 파일명: batch_sqlplus.sh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# 직원 수를 세고 급여를 10% 인상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sqlplus hr/hr &lt;&lt;EOF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select count(*) from employees;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update employees set salary = salary * 1.10;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commit;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quit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# 실행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./batch_sqlplus.sh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SQLcl — 현대적 커맨드라인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 Developer Command Line, 자바 기반 단일 실행 파일(가벼운 설치)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SQL*Plus 스크립트와 대부분 호환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편의 기능: Tab 자동완성 · 명령 히스토리 · 인라인 편집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SET SQLFORMAT JSON/CSV/XML/INSERT — 결과 내보내기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ALIAS로 자주 쓰는 SQL을 별칭 등록, HISTORY로 이력 조회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대화형은 SQLcl, 오래된 배치 호환은 SQL*Plus로 병행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Oracle SQL Developer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개발자·DBA를 위한 무료 GUI 도구(Java 기반, 크로스 플랫폼)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Connections 패널(연결·객체 탐색) + DBA 패널(관리)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화면은 결국 '접속 계정의 권한'을 반영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연결(Connections)과 DBA 내비게이터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연결 정의: 접속 이름 · 사용자/비밀번호 · 방식(Basic: host/port/service, TNS)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한 번 정의한 연결은 트리에 저장되어 재사용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DBA 관련 정보를 보려면 DBA 권한 사용자로 연결해야 함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DBA 작업 → DBA 내비게이터 사용(연결 내비게이터와 유사한 트리)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안 보이면: View → DBA 선택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DBA 권한(또는 해당 작업 권한) 있는 연결만 추가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SQL Developer로 수행하는 DBA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 시작(STARTUP)·종료(SHUTDOWN)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구성: 초기화 파라미터·자동 언두·DB 속성·복원 지점·기능 사용 현황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 상태 모니터링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Data Pump export/import, RMAN 백업/복구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Resource Manager 구성, Scheduler 설정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보안: 감사·프로파일·롤·사용자 관리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저장소: 아카이브 로그·컨트롤 파일·데이터 파일·리두 그룹·테이블스페이스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Database Configuration Assistant (DBCA)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데이터베이스(CDB/PDB) 생성·구성 특화 도구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CDB가 있는 '서버의 OS'에서 실행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대화형(마법사) · 사일런트(인자·응답 파일) 두 모드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DBCA 두 모드와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대화형(interactive): 그래픽 마법사, 단계별 옵션 선택 — 학습·일회성에 직관적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사일런트(silent): 커맨드라인 인자·응답 파일 — 반복·자동화에 이상적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작업: CDB/non-CDB 생성, 기존 DB 구성 변경, DB 삭제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템플릿 관리, PDB 관리, Oracle RAC 인스턴스 관리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OUI가 설치 중 자동 실행 or 설치 후 독립형 실행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[참고] 시드 템플릿=파일 사본 복원(빠름) / 비시드=CREATE DATABASE(커스터마이즈)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DBCA 사일런트 모드로 CDB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-silent -createDatabase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94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17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dbca -silent -createDatabase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-templateName General_Purpose.dbc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-gdbName cdb2 -sid cdb2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-createAsContainerDatabase true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-numberOfPDBs 1 -pdbName pdb1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-characterSet AL32UTF8 \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-memoryMgmtType AUTO_SGA -totalMemory 2048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Enterprise Manager Database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CDB와 모든 PDB(시드 제외)를 관리하는 경량 웹 도구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별도 미들웨어/에이전트 설치 불필요 — DB 내장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성능 모니터링·구성 관리·튜닝 조언 제공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EM Express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아이디어: '데이터베이스 안에 내장된 웹 서버'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브라우저(콘솔) → 리스너 → 디스패처 → XML DB 내장 웹 서버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Express 서블릿: 인증·세션관리·압축·캐싱 처리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리포트 요청 → Common Reporting Framework → 인스턴스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쉘 파일 필요 작업 → File Manager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별도 서버 프로세스 없이 'DB가 스스로 관리 콘솔을 서비스'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EM Express 포트 확인·전역 포트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830"/>
                </a:solidFill>
                <a:latin typeface="Malgun Gothic"/>
              </a:rPr>
              <a:t>dbms_xdb_config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85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0000"/>
            <a:ext cx="10515600" cy="27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EM Express HTTPS 포트 확인(루트에서)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dbms_xdb_config.gethttpsport() FROM dual;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HTTPS_PORT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    5500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전역 포트(CDB+모든 PDB를 하나의 포트로) 활성화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EXEC dbms_xdb_config.setglobalportenabled(TRUE);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브라우저 접속: https://&lt;host&gt;:5500/em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EM Express 요구 조건과 제약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요구 ①: XMLDB 컴포넌트 설치(12.1.0+ 기본 설치 → 사실상 자동 충족)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요구 ②: 초기 버전은 Flash 필요(SWF) → 최신은 Flash 비의존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── 제약 ──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데이터베이스가 '열려 있을 때만' 사용 가능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→ EM Express로 인스턴스 STARTUP 불가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→ ARCHIVELOG 모드 전환 등 상태 변경 불가 (SQL*Plus SYSDBA로)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[참고] 자체 서명 인증서라도 트래픽 암호화 → 보안 예외 추가하면 안전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Best Practice — Express vs Cloud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단일 DB를 빠르게 본다 → EM Express (설치 불필요, DB만 열려 있으면 됨)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수십~수천 대 + 리스너·미들웨어 통합 감시·알림·자동화 → EM Cloud Control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Cloud Control은 별도 미들웨어(OMS)와 저장소(OMR) 필요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요약: EM Express = 인스턴스 1개용 내장 콘솔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            EM Cloud Control = 전사 통합 관리 플랫폼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둘은 경쟁이 아니라 '규모에 따른 선택'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320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4.9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Enterprise Manager Cloud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Oracle의 온프레미스 통합 관리 플랫폼('single pane of glass')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데이터센터·Oracle Cloud의 모든 Oracle 배포를 한 곳에서 관리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DB·미들웨어·하드웨어·엔지니어드 시스템까지 관리·자동화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EM Cloud Control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Enterprise-Ready Framework — 모듈식 아키텍처·중앙 인시던트 관리·진단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Cloud Management — 온프레미스+Oracle Cloud PaaS 라이프사이클 관리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Provisioning &amp; Patching — 프로필·Software Library 기반 대량 배포·패치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Configuration Management — 에이전트리스 검색·My Oracle Support 연동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Chargeback &amp; Capacity Planning — 차지백·AWR Warehouse 통합 분석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Real Application Testing — Database Replay·Data Masking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Exadata/Exalogic·DB·Middleware·Applications Management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EM Cloud Control 4대 컴포넌트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OMA (Management Agent) — 각 호스트에서 메트릭 수집(플러그인)→OMS 업로드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OMS (Management Service) — 에이전트 조율·데이터 저장·콘솔 서비스(미들웨어)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OMR (Management Repository) — 메트릭·구성 데이터 저장(DB 저장소)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Cloud Control Console — 관리자가 브라우저로 접속하는 웹 UI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흐름: 에이전트가 모으고 → OMS가 조율·서비스 → OMR이 보관 → 콘솔이 표시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통합 관리와 데이터베이스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전통적 환경 + 클라우드 서비스를 하나의 도구로 관리(경계 해소)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QoS·라이프사이클/클라우드 관리·데이터 거버넌스·클라우드 백업·워크로드 이동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── 데이터베이스 관리 ──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저장소 할당·용량 계획, Scheduler 작업 제어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ASM으로 저장소 마이그레이션, Resource Manager 자원 배분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테이블·뷰·인덱스 등 객체 관리, XML DB 관리, 구체화된 뷰 관리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1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Q1. 클라이언트 애플리케이션이 실제로 접속하는 대상은?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데이터 파일  (b) 데이터베이스 인스턴스  (c) 리스너  (d) 컨트롤 파일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Q2. 연결(connection)과 세션(session)에 대한 옳은 설명은?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연결=논리, 세션=물리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(b) 세션은 인증~연결종료까지 지속되는 논리적 엔티티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(c) 한 연결엔 세션 하나만  (d) 세션은 로컬에서만 생성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3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Q3. $ sqlplus / as sysdba 접속에 필요하지 않은 것은?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인스턴스와 동일 머신  (b) OSDBA 그룹 멤버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(c) SYS 비밀번호 입력  (d) SYSDBA 권한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Q4. hr/hr@dbsvr:1521/hrpdb 에서 'hrpdb'는?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리스너 이름  (b) 호스트 이름  (c) 서비스 이름(대상 PDB)  (d) 세션 이름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5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Q5. SQL*Plus 세션 안에서 list_depts.sql을 실행하는 올바른 방법은?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RUN list_depts.sql  (b) @list_depts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(c) EXEC list_depts  (d) CALL list_depts.sql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Q6. EM Database Express로 할 수 없는 작업은?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(a) 성능 모니터링  (b) 사용자·저장소 관리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202830"/>
                </a:solidFill>
                <a:latin typeface="Malgun Gothic"/>
              </a:rPr>
              <a:t>•     – (c) 닫힌 인스턴스 STARTUP  (d) SQL 튜닝 조언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클라이언트는 '인스턴스'에 접속한다 — 연결(물리)과 세션(논리)은 다르다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OS 인증(sqlplus / as sysdba): 로컬 + OSDBA 그룹 멤버가 SYS로 CDB$ROOT에 SYSDBA 접속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Easy Connect(user/pw@host:port/service): 클라이언트 설정 없이 PDB 접속, TCP만·고급옵션 미지원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SQL*Plus: @script.sql·@ 연산자·쉘 스크립트로 자동화의 기반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 Developer: 연결·DBA 내비게이터로 개발+관리, 화면은 계정 권한을 반영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SQLcl: SQL*Plus 호환 + 자동완성·JSON 출력 등 편의 CLI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DBCA: DB 생성·구성(대화형/사일런트)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Express: 열린 DB 하나용 내장 웹 콘솔(상태 변경 불가)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EM Cloud Control: OMA·OMS·OMR·Console 4대 컴포넌트, 전사 통합 관리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다음(5장): DBCA로 실제 CDB 생성 실습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실습 4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4-1(접속 실습): OS 인증(/ as sysdba)+Easy Connect로 PDB 접속·해제, 서비스명 오류 재현·수정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4-2(스크립트 호출): 커맨드라인 인자·@/@@ 연산자·쉘 히어도큐먼트, WHENEVER SQLERROR 실습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4-3(도구 비교): SQL*Plus·SQL Developer·DBCA·EM Express 비교, 포트/서비스 확인, 전역 포트 설정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각 실습은 실제 세션 프롬프트·출력과 '오류→원인→수정' 흐름 포함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