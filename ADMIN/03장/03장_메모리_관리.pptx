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D106546GC10 과정의 세 번째 장 'Managing Memory'다. 1장이 인스턴스를 'SGA+백그라운드 프로세스'로 정의하고 2장이 그 프로세스를 확대했다면, 이 장은 프로세스가 읽고 쓰는 메모리를 확대한다. 핵심 메시지는 두 가지다. 첫째, Oracle 메모리는 공유(SGA)와 전용(PGA)으로 나뉜다. 둘째, 가능하면 Oracle의 자동 메모리 관리에 맡기는 것이 권장 방식이다. 멀티테넌트에서 SGA는 CDB 전체가 공유하며 PDB는 별도 SGA를 갖지 않는다는 점을 장 전체에서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여덟 개의 학습 목표는 Oracle 공식 코스 Objectives를 따른다. 특히 (7) AMM과 ASMM의 계층 차이, (8) CDB/PDB 메모리 공유는 이 장에서 가장 중요한 개념이므로 반복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큰 그림(3.1)에서 시작해 개별 구성요소(3.2~3.6), 사이징 원칙(3.7), 자동 관리(3.8~3.11), 멀티테넌트(3.12)로 마무리한다.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SGA와 PGA를 가르는 기준은 공유 여부 하나다. SGA는 NOMOUNT 단계에서 OS로부터 한 번에 할당받는 공유 메모리 세그먼트이고, PGA는 서버 프로세스마다 별도로 할당된다.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SGA는 여러 하위 풀로 구성된다. 공유 풀·버퍼 캐시·리두 로그 버퍼는 필수, 라지/자바/스트림 풀은 선택적이다. V$SGAINFO의 RESIZEABLE=Yes 영역이 재시작 없이 조정 가능한 동적 영역이며, 자동 관리는 이 동적 영역을 재분배한다.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PGA에서 성능에 가장 큰 영향을 주는 것은 정렬·해시 작업 영역이다. 작업 영역이 부족하면 TEMP로 spill되어 디스크 I/O가 발생한다. UGA는 전용 서버에서는 PGA 안에, 공유 서버에서는 SGA로 옮겨간다.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Variable Size는 공유 풀+라지 풀+자바 풀 등을 합친 값이다. V$SGAINFO의 Granule Size 항목으로 SGA 할당 최소 단위(4MB/16MB 등)를 확인할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공유 풀은 재사용 가능한 것들을 캐시한다. 가장 중요한 두 하위 캐시가 라이브러리 캐시와 데이터 딕셔너리 캐시다.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하드 파스는 CPU와 공유 풀 래치를 많이 소모한다. 바인드 변수를 사용해 SQL을 공유 가능하게 만들면 소프트 파스 비율이 높아져 성능과 확장성이 개선된다. ORA-04031의 흔한 원인이 리터럴 SQL 폭증이다.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ORA-04031이 발생하면 먼저 V$SQLAREA에서 리터럴만 다른 유사 SQL이 폭증하는지 확인한다. 크기 확대보다 바인드 변수 적용이 정공법이다.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버퍼 캐시의 효율은 성능에 직접 영향을 준다. 디스크 접근은 메모리보다 수천 배 느리다.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KEEP/RECYCLE 풀과 nK 캐시는 자동 튜닝 대상이 아니라 DBA가 명시적으로 크기를 지정해야 한다. 이 점이 뒤의 ASMM 자동 튜닝 대상 구분과 연결된다.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current_size는 그래뉼 단위로 반올림된 실제 크기다.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리두 로그 버퍼는 순환 구조다. LGWR가 기록한 공간을 새 리두가 재사용한다. LOG_BUFFER는 자동 관리로 실시간 조정되지 않는 정적 값이다.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LOG_BUFFER를 키우는 것은 순간적 변경 폭주를 흡수하는 완충 효과일 뿐이다. 커밋 응답을 줄이려면 리두 파일을 빠른 저장소에 두고 커밋 빈도를 합리화한다.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풀 모두 선택적 영역이다. 해당 기능을 쓸 때만 의미가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라지 풀은 큰 할당이 공유 풀을 조각화하는 것을 막는다. 세 풀 모두 자동 관리에 맡기면 워크로드가 요구할 때 Oracle이 메모리를 그쪽으로 옮긴다.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과거 SORT_AREA_SIZE 수동 지정에서 자동 PGA 관리로 발전했다.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TARGET은 평상시 배분 기준, LIMIT은 최후의 안전장치다. LIMIT 덕분에 특정 세션 폭주로 서버 물리 메모리가 고갈되는 사태를 DB 스스로 막는다. 이 구분이 시험과 실무의 단골 포인트다.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 allocation count가 크면 PGA_AGGREGATE_TARGET을 올려야 한다는 신호다.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대원칙은 '물리 메모리 안에서, 균형 있게, 가능한 한 자동으로'다.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큰 SGA를 쓰는 운영 시스템은 HugePages를 위해 AMM 대신 ASMM+자동 PGA를 권장한다. 이것이 3.11 계층 선택의 실무 판단 지점이다.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AMM은 가장 자동화된 방식이다. DBA는 총량 하나만 지정한다.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MEMORY_TARGET&gt;0이면 AMM 활성. 이때 SGA_TARGET/PGA_AGGREGATE_TARGET을 지정하면 각각의 하한으로 작동한다. AMM은 Linux에서 /dev/shm을 사용하며 HugePages와 호환되지 않아 큰 SGA에는 부적합하다.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자동 관리도 관측은 DBA의 몫이다. 조정이 잘 되는지, 목표를 키우면 이득이 있는지 주기적으로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특정 풀 부족이 반복되면 resize 이력으로 Oracle이 늘리려 시도했는지, 아니면 MEMORY_MAX_TARGET 상한에 닿았는지 구분한다.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ASMM은 AMM보다 한 단계 낮지만 실무에서 가장 많이 쓴다. SGA와 PGA 경계는 DBA가, SGA 내부는 Oracle이 관리한다.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MMAN(메모리)과 MMON(관리성/AWR)을 혼동하지 말 것. ASMM 이해의 핵심은 '자동 튜닝되는 것'과 '수동 지정 대상'의 구분이다.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memory_target=0으로 AMM을 끄고 sga_target으로 ASMM을 켠다. HugePages와 병용 가능해 큰 SGA 운영 시스템의 표준 조합이다.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파라미터는 계층 관계를 이룬다. 이 계층을 이해하면 세 가지 관리 방식이 분명해진다.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AMM은 '두 단계'(SGA↔PGA 재분배 + SGA 내부 재분배), ASMM은 '한 단계'(SGA 내부만). AMM은 총량 하나를, ASMM은 SGA 몫과 PGA 몫 둘을 DBA가 정한다. 자동화가 높다고 항상 좋은 것이 아니라 환경에 맞는 계층을 고른다.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1·2장의 대원칙: 하나의 CDB는 한 벌의 SGA와 한 세트의 백그라운드 프로세스를 가지며 PDB가 공유한다. PDB는 자신만의 SGA를 갖지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핵심은 'SGA 자체는 여전히 공유'라는 점이다. PDB별 파라미터는 공유 SGA에서 각 PDB가 가져갈 몫에 울타리를 치는 것이지 PDB마다 독립 SGA를 만드는 것이 아니다. PDB별 SGA_TARGET은 CDB가 ASMM/수동일 때만 허용된다.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루트에서 V$SYSTEM_PARAMETER를 CON_ID로 조회하면 컨테이너별 설정을 확인할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SGA/PGA 구분, 공유 풀, PGA TARGET vs LIMIT, AMM vs ASMM, MMAN, CDB/PDB SGA 여섯 가지 핵심을 점검한다.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Q1-(b) SGA: 인스턴스에 접속한 모든 프로세스가 공유. Q2-(b) 라이브러리 캐시: 파싱된 SQL과 실행 계획을 저장해 소프트 파스를 가능케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Q3-(b): LIMIT은 하드 리밋으로 초과 시 PGA 최다 사용 세션의 콜을 종료(ORA-04036). Q4-(b): AMM은 두 단계(SGA↔PGA + SGA 내부), ASMM은 한 단계(SGA 내부만).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Q5-(c) MMAN(Memory Manager). MMON은 AWR/관리성. Q6-(b): CDB 전체가 하나의 SGA를 공유하며 PDB는 별도 SGA를 갖지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전반부 요약: 메모리 구조와 PGA 두 파라미터, 사이징 3원칙.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후반부 요약: 자동 관리 두 방식과 계층, 모니터링 뷰, 멀티테넌트 메모리 공유.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열 가지 주제를 SQL*Plus 트랜스크립트로 제공한다. 각 실습에는 '오류→원인→수정' 흐름이 포함된다. '메모리 방식 판별→구성요소 크기→자동 조정 관찰'의 틀로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182880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algun Gothic"/>
              </a:rPr>
              <a:t>Oracle Database 19c Administration Workshop  ·  제3장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algun Gothic"/>
              </a:rPr>
              <a:t>메모리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297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5CED6"/>
                </a:solidFill>
                <a:latin typeface="Malgun Gothic"/>
              </a:rPr>
              <a:t>SGA/PGA 구조 · 공유 풀 · 버퍼 캐시 · 리두 로그 버퍼 · 라지/자바/스트림 풀 · 자동 메모리 관리(AMM/ASMM) · PDB 메모리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학습 목표 (Objectives)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Oracle 인스턴스 메모리를 SGA(공유)와 PGA(전용)로 구분한다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SGA 각 구성요소(공유 풀·버퍼 캐시·리두 로그 버퍼·라지/자바/스트림 풀)의 역할을 설명한다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PGA 구성과 PGA_AGGREGATE_TARGET vs LIMIT의 차이를 이해한다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효율적 메모리 사용 가이드라인을 적용한다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자동 메모리 관리(AMM)를 활성화하고 모니터링한다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자동 공유 메모리 관리(ASMM)의 동작 원리(MMAN)를 이해한다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MEMORY_TARGET(AMM) vs SGA_TARGET+PGA_AGGREGATE_TARGET(ASMM)의 계층 차이를 설명한다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멀티테넌트에서 CDB 공유 SGA와 PDB별 메모리 제한을 설명한다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이 장의 구성 (Agenda)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3.1 메모리 아키텍처 개요(SGA/PGA)  ·  3.2 공유 풀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3.3 데이터베이스 버퍼 캐시  ·  3.4 리두 로그 버퍼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3.5 라지 풀/자바 풀/스트림 풀  ·  3.6 PGA 관리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3.7 효율적 메모리 사용 가이드라인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3.8 자동 메모리 관리(AMM)  ·  3.9 AMM 모니터링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3.10 자동 공유 메모리 관리(ASMM)  ·  3.11 파라미터 계층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3.12 PDB의 SGA/PGA 관리  ·  3.13 퀴즈  ·  3.14 요약  ·  3.15 실습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532120"/>
            <a:ext cx="10881360" cy="10515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91440" cy="1051560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778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88600"/>
                </a:solidFill>
                <a:latin typeface="Malgun Gothic"/>
              </a:rPr>
              <a:t>참고: </a:t>
            </a:r>
            <a:r>
              <a:rPr sz="1250" b="0">
                <a:solidFill>
                  <a:srgbClr val="202830"/>
                </a:solidFill>
                <a:latin typeface="Malgun Gothic"/>
              </a:rPr>
              <a:t>각 SGA/PGA 구성요소는 '역할 → 관련 파라미터 → 관련 뷰 → 자동 관리 여부'의 틀로 익히면 체계가 잡힌다.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메모리 아키텍처 개요: SGA와 PGA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SGA = 모든 프로세스가 공유하는 메모리(인스턴스의 절반)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PGA = 서버 프로세스별 전용·비공유 메모리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구분 기준은 단 하나 — '공유되는가, 전용인가'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SGA — 공유 메모리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인스턴스 기동(NOMOUNT) 시 OS로부터 할당받는 공유 메모리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필수 영역: 공유 풀 · 데이터베이스 버퍼 캐시 · 리두 로그 버퍼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선택적 영역: 라지 풀 · 자바 풀 · 스트림 풀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관리용: 고정 SGA(Fixed SGA) — 자동, 튜닝 대상 아님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옵션 기능: In-Memory Column Store(INMEMORY_SIZE) 등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V$SGA·V$SGAINFO로 전체/구성요소 크기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PGA — 전용 메모리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서버 프로세스 하나에만 속하는 비공유 메모리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전용 서버: 접속 1개당 서버 프로세스 1개, PGA 1개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구성: 정렬/해시 작업 영역 · 세션 메모리 · 커서 상태 · 스택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튜닝 가능 PGA: 정렬·해시 작업 영역(크기 가변)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튜닝 불가능 PGA: 세션 메모리·커서 상태·스택(필수 확보)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UGA 위치: 전용 서버=PGA 안, 공유 서버=SGA(라지 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SGA 구성요소 크기 조회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V$SGA / V$SGAINFO — 공유 메모리의 현재 배치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40740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SGA 상위 영역 크기(모든 프로세스가 공유)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* FROM v$sga;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NAME                      VALUE     CON_ID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-------------------- ---------- ----------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Fixed Size              9145712          0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Variable Size        1358954496          0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Database Buffers      671088640          0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Redo Buffers            7639040          0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구성요소별 상세 크기와 동적 조정 가능 여부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name, ROUND(bytes/1024/1024,1) mb, resizeable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FROM v$sgainfo ORDER BY name;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공유 풀(Shared Pool)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라이브러리 캐시: 파싱된 SQL/PL·SQL과 실행 계획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데이터 딕셔너리 캐시(로우 캐시): 테이블·권한 등 딕셔너리 정보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SHARED_POOL_SIZE로 지정 — 자동 관리 시 하한/불필요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라이브러리 캐시와 소프트/하드 파스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SQL 실행 시 라이브러리 캐시에 문장이 있는지 먼저 확인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있으면 소프트 파스 → 실행 계획 재사용(빠름)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없으면 하드 파스 → 파싱·최적화 전부 수행(느림, 래치 소모)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바인드 변수를 쓰면 SQL이 공유되어 소프트 파스 비율 ↑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데이터 딕셔너리 캐시: 권한·컬럼 타입·세그먼트 정보 캐시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공유 풀 내부 소비 항목 조회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V$SGASTAT — 공유 풀 안의 상위 메모리 소비 항목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09651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387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SHOW PARAMETER shared_pool_size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pool, name, ROUND(bytes/1024/1024,2) mb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FROM   v$sgastat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3  WHERE  pool = 'shared pool'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4  ORDER  BY bytes DESC FETCH FIRST 5 ROWS ONLY;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POOL         NAME                        MB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------------ ------------------- ----------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shared pool  SQLA                     78.4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shared pool  KGLH0                    41.2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shared pool  free memory              33.7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데이터베이스 버퍼 캐시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데이터 파일 블록의 캐시 사본을 담는 영역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캐시 히트 = 디스크 I/O 없이 처리 / 미스 = 파일에서 적재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더티 버퍼는 DBWn이 지연 쓰기로 데이터 파일에 반영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버퍼 풀의 종류와 다중 블록 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DEFAULT 풀(DB_CACHE_SIZE): 기본 버퍼 캐시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KEEP 풀(DB_KEEP_CACHE_SIZE): 오래 남길 작은 객체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RECYCLE 풀(DB_RECYCLE_CACHE_SIZE): 한 번 읽고 버릴 큰 객체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비표준 블록 크기: DB_nK_CACHE_SIZE(예: DB_16K_CACHE_SIZE)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STORAGE(BUFFER_POOL KEEP) 절로 객체별 풀 지정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V$DB_CACHE_ADVICE로 크기 확대 효과 예측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버퍼 캐시 조회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V$BUFFER_POOL — 버퍼 풀별 크기와 블록 크기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85292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SHOW PARAMETER db_cache_size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name, block_size/1024 kb, current_size mb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FROM   v$buffer_pool WHERE current_size &gt; 0;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NAME        KB    MB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 ----- -----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DEFAULT       8   640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3.4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리두 로그 버퍼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변경을 재현하는 리두 항목을 담는 순환 버퍼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LGWR가 커밋 등 트리거에 따라 리두 로그 파일에 기록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LOG_BUFFER로 크기 지정 — 정적(재시작 시 확정)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리두 로그 버퍼 — 크기와 대기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채워지는 속도 &gt; 비워지는 속도 → 'log buffer space' 대기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커밋 지연(log file sync)의 원인은 대개 버퍼 크기가 아님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리두 파일 I/O 속도, 저장소 성능, 잦은 커밋이 더 흔함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V$SYSSTAT의 'redo buffer allocation retries' 관찰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3.5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라지 풀 · 자바 풀 · 스트림 풀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라지 풀: 공유 서버·병렬 실행·RMAN 대용량 버퍼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자바 풀: DB 내부 Java 실행 메모리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스트림 풀: Streams/GoldenGate 버퍼 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선택적 SGA 풀 — 필요할 때만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라지 풀(LARGE_POOL_SIZE): 큰 덩어리 할당을 공유 풀에서 분리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공유 서버 UGA · 병렬 메시지 버퍼 · RMAN I/O 버퍼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자바 풀(JAVA_POOL_SIZE): Java 저장 프로시저 실행 시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스트림 풀(STREAMS_POOL_SIZE): 복제/캡처 버퍼 큐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자동 관리(ASMM/AMM) 시 Oracle이 필요에 따라 재분배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프로그램 글로벌 영역(PGA)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핵심은 정렬·해시 '작업 영역(work area)'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부족하면 TEMP로 spill → 디스크 I/O 유발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자동 PGA 관리: PGA_AGGREGATE_TARGET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PGA_AGGREGATE_TARGET vs PGA_AGGREGATE_LIMIT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PGA_AGGREGATE_TARGET(목표치): 지키려 '노력'하는 부드러운 목표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튜닝 불가능 PGA가 많으면 일시적으로 초과 가능(하드 리밋 아님)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PGA_AGGREGATE_LIMIT(하드 리밋): PGA 총량의 절대 상한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초과 시 PGA 최다 사용 세션의 콜 종료(ORA-04036)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기본 LIMIT = max(TARGET×2, 2GB, PROCESSES×3MB)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적정값은 V$PGA_TARGET_ADVICE로 결정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PGA 파라미터·통계 조회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SHOW PARAMETER / V$PGASTAT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474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SHOW PARAMETER pga_aggregate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NAME                  TYPE        VALUE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--------------------- ----------- --------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pga_aggregate_limit   big integer 2G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pga_aggregate_target  big integer 512M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name, value FROM v$pgastat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WHERE name IN ('total PGA allocated',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3   'maximum PGA allocated','over allocation count');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3.7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효율적 메모리 사용 가이드라인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① 물리 메모리를 초과 할당하지 않는다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② SGA와 PGA 비율을 균형 있게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③ 자동 관리를 기본으로 삼는다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세 가지 가이드라인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물리 메모리 초과 금지 → 스왑 발생 시 극심한 성능 저하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SGA 최대 + PGA 상한 + OS/기타 여유분 ≤ 물리 RAM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SGA/PGA 균형 → 워크로드로 판단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OLTP=버퍼 캐시(SGA), DW/배치=작업 영역(PGA) 이득 큼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자동 관리 우선 → 부족한 곳에 실시간 재분배, 안정적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주의: HugePages와 AMM(MEMORY_TARGET)은 병용 불가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3.8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자동 메모리 관리(AMM)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총 메모리 하나만 지정 → SGA·PGA를 Oracle이 자동 재분배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MEMORY_TARGET(목표) + MEMORY_MAX_TARGET(상한)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두 단계 자동: SGA↔PGA + SGA 내부(ASMM 포함)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AMM 활성화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MEMORY_TARGET 설정 (재시작 필요)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1638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총 메모리 목표와 상한 지정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memory_max_target=3G SCOPE=SPFILE;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memory_target=2G SCOPE=SPFILE;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개별 목표는 0(또는 하한)으로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sga_target=0 SCOPE=SPFILE;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pga_aggregate_target=0 SCOPE=SPFILE;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SHUTDOWN IMMEDIATE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STARTUP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SHOW PARAMETER memory_target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3.9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자동 메모리 관리 모니터링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V$MEMORY_TARGET_ADVICE — 목표 변경 시 성능 예측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V$MEMORY_DYNAMIC_COMPONENTS — 현재 컴포넌트 크기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V$MEMORY_RESIZE_OPS — 재조정 이력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AMM 모니터링 조회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세 가지 V$MEMORY_* 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40740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총 메모리 목표 변경 시 예상 DB 시간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memory_size, memory_size_factor factor,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 estd_db_time FROM v$memory_target_advice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3  ORDER BY memory_size;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컴포넌트별 현재/최소 크기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component, current_size/1024/1024 mb,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 min_size/1024/1024 min_mb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3  FROM v$memory_dynamic_components WHERE current_size&gt;0;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최근 재조정 이력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component, oper_type, final_size, start_time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FROM v$memory_resize_ops ORDER BY start_time DESC;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3.10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자동 공유 메모리 관리(ASMM)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SGA '내부'만 자동 관리 (SGA↔PGA 경계는 DBA가 결정)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SGA_TARGET(+ SGA_MAX_SIZE)으로 활성화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실무에서 가장 널리 쓰이는 방식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MMAN과 자동 튜닝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MMAN(Memory Manager)이 주기적으로 SGA 컴포넌트 재분배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공유 풀 부족 시 버퍼 캐시에서 그래뉼 단위로 이동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자동 튜닝: 공유 풀·버퍼 캐시(DEFAULT)·라지/자바/스트림 풀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수동 지정: KEEP/RECYCLE·DB_nK_CACHE_SIZE·LOG_BUFFER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개별 파라미터 0=완전 자동 / 값 지정=하한(minimum)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ASMM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MEMORY_TARGET=0 + SGA_TARGET 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54203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memory_target=0 SCOPE=SPFILE;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sga_max_size=4G SCOPE=SPFILE;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sga_target=3G SCOPE=BOTH;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pga_aggregate_target=1G SCOPE=BOTH;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개별 풀은 0(완전 자동) 또는 하한만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shared_pool_size=0 SCOPE=BOTH;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db_cache_size=0 SCOPE=BOTH;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3.11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메모리 파라미터 계층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AMM(완전 자동) &gt; ASMM+자동PGA(SGA만 자동) &gt; 수동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상위가 설정되면 하위는 하한/보조로 격하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MEMORY_TARGET vs SGA_TARGET+PGA_AGGREGATE_TARGET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세 가지 방식과 AMM vs ASMM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MEMORY_TARGET&gt;0 → AMM(완전 자동, 두 단계)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memory_target=0 &amp; SGA_TARGET&gt;0 → ASMM+자동PGA(한 단계)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memory_target=0 &amp; sga_target=0 → 수동(Manual)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AMM = SGA↔PGA + SGA 내부 자동 (총량 하나 지정)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ASMM = SGA 내부만 자동 (SGA 몫·PGA 몫 둘을 지정)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532120"/>
            <a:ext cx="10881360" cy="10515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91440" cy="1051560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778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88600"/>
                </a:solidFill>
                <a:latin typeface="Malgun Gothic"/>
              </a:rPr>
              <a:t>실무 표준: </a:t>
            </a:r>
            <a:r>
              <a:rPr sz="1250" b="0">
                <a:solidFill>
                  <a:srgbClr val="202830"/>
                </a:solidFill>
                <a:latin typeface="Malgun Gothic"/>
              </a:rPr>
              <a:t>규모 있는 운영 DB는 ASMM+자동PGA+HugePages. AMM은 소규모·개발/테스트의 편의용.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3.12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멀티테넌트 환경의 메모리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CDB 전체가 하나의 SGA를 공유 — PDB는 별도 SGA 없음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PDB별 SGA_TARGET/SGA_MIN_SIZE로 사용 제한(12.2+)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PDB별 PGA_AGGREGATE_TARGET/LIMIT로 PGA 제한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PDB별 SGA/PGA 제한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SGA는 공유 자원 → 한 PDB 독식 시 다른 PDB 피해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PDB에서 SGA_TARGET(상한)·SGA_MIN_SIZE(보장) 지정 가능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단, CDB가 AMM(MEMORY_TARGET) 사용 중이면 불가 → ASMM 필요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PDB에서 PGA_AGGREGATE_TARGET·PGA_AGGREGATE_LIMIT 지정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PDB 값은 CDB 예산 안의 '세분 배분' — 예산 확대 아님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더 강한 격리는 Resource Manager로 CPU·병렬·세션까지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PDB별 메모리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컨테이너로 이동 후 파라미터 지정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1638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PDB의 SGA 사용 상한/하한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SESSION SET container = salespdb;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sga_target=800M SCOPE=BOTH;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sga_min_size=300M SCOPE=BOTH;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PDB의 PGA 사용 상한/하드리밋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SESSION SET container = hrpdb;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pga_aggregate_target=300M SCOPE=BOTH;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pga_aggregate_limit=600M SCOPE=BOTH;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3.13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퀴즈(Quiz)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6문항으로 핵심 개념 점검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정답과 해설은 발표자 노트 참고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퀴즈 1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Q1. 모든 서버·백그라운드 프로세스가 '공유'하는 메모리는?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(a) PGA  (b) SGA  (c) UGA(전용서버)  (d) 스택 공간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Q2. 파싱된 SQL·실행 계획을 담아 소프트 파스를 가능케 하는 캐시는?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(a) 버퍼 캐시  (b) 라이브러리 캐시  (c) 리두 로그 버퍼  (d) 라지 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퀴즈 3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Q3. PGA_AGGREGATE_LIMIT에 대한 옳은 설명은?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(a) 부드러운 목표라 초과 가능  (b) 초과 시 세션 콜 종료 하드 리밋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(c) SGA 최대 크기  (d) 리두 로그 버퍼 크기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Q4. MEMORY_TARGET(AMM)과 SGA_TARGET(ASMM)의 차이는?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(a) 둘 다 SGA 내부만  (b) AMM은 SGA↔PGA까지, ASMM은 SGA 내부만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(c) ASMM이 더 자동  (d) AMM은 PGA만, ASMM은 SGA만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퀴즈 5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Q5. ASMM에서 SGA 컴포넌트 간 재분배를 수행하는 프로세스는?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(a) MMON  (b) DBWn  (c) MMAN  (d) LGWR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Q6. 하나의 CDB에 여러 PDB가 있을 때 SGA는?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(a) PDB마다 독립 SGA 생성  (b) CDB 전체가 하나의 SGA 공유, PDB는 별도 SGA 없음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(c) PDB는 SGA 미사용  (d) PDB 수만큼 자동 복제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요약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메모리 = 공유(SGA) + 전용(PGA)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SGA 필수: 공유 풀·버퍼 캐시·리두 로그 버퍼 / 선택: 라지·자바·스트림 풀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PGA: 작업 영역·세션 메모리·커서·스택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PGA_AGGREGATE_TARGET(목표) vs PGA_AGGREGATE_LIMIT(하드 리밋)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가이드라인: 물리 메모리 초과 금지 · SGA/PGA 균형 · 자동 관리 우선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요약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AMM(MEMORY_TARGET): SGA↔PGA까지 자동, 두 단계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ASMM(SGA_TARGET): SGA 내부만 자동, MMAN이 재분배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계층: MEMORY_TARGET&gt;0=AMM / =0&amp;SGA_TARGET&gt;0=ASMM / 둘다0=수동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모니터링: V$MEMORY_TARGET_ADVICE / _DYNAMIC_COMPONENTS / _RESIZE_OPS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멀티테넌트: SGA는 CDB 공유, PDB는 별도 SGA 없음 → PDB별 파라미터로 제한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실습 3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목적: 메모리 구조·관리 방식을 조회·설정으로 직접 확인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3-1 공유 풀  3-2 버퍼 캐시/리두 버퍼  3-3 라지/자바/스트림 풀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3-4 PGA  3-5 AMM 활성화  3-6 AMM 모니터링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3-7 ASMM 구성  3-8 파라미터 비교  3-9 PDB SGA  3-10 PDB PGA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532120"/>
            <a:ext cx="10881360" cy="10515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91440" cy="1051560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778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88600"/>
                </a:solidFill>
                <a:latin typeface="Malgun Gothic"/>
              </a:rPr>
              <a:t>참고: </a:t>
            </a:r>
            <a:r>
              <a:rPr sz="1250" b="0">
                <a:solidFill>
                  <a:srgbClr val="202830"/>
                </a:solidFill>
                <a:latin typeface="Malgun Gothic"/>
              </a:rPr>
              <a:t>파라미터 변경 실습은 반드시 개발/테스트 환경에서. SCOPE와 재기동 필요 여부를 항상 의식한다.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